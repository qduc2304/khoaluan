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6" r:id="rId4"/>
    <p:sldMasterId id="2147483750" r:id="rId5"/>
  </p:sldMasterIdLst>
  <p:notesMasterIdLst>
    <p:notesMasterId r:id="rId21"/>
  </p:notesMasterIdLst>
  <p:handoutMasterIdLst>
    <p:handoutMasterId r:id="rId22"/>
  </p:handoutMasterIdLst>
  <p:sldIdLst>
    <p:sldId id="362" r:id="rId6"/>
    <p:sldId id="387" r:id="rId7"/>
    <p:sldId id="291" r:id="rId8"/>
    <p:sldId id="316" r:id="rId9"/>
    <p:sldId id="401" r:id="rId10"/>
    <p:sldId id="403" r:id="rId11"/>
    <p:sldId id="270" r:id="rId12"/>
    <p:sldId id="379" r:id="rId13"/>
    <p:sldId id="382" r:id="rId14"/>
    <p:sldId id="389" r:id="rId15"/>
    <p:sldId id="390" r:id="rId16"/>
    <p:sldId id="394" r:id="rId17"/>
    <p:sldId id="350" r:id="rId18"/>
    <p:sldId id="369" r:id="rId19"/>
    <p:sldId id="36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27791B-66F5-A108-E823-D7DEBC47A987}" name="akatsuki akito" initials="aa" userId="4a2500548a35a446" providerId="Windows Live"/>
  <p188:author id="{F4695640-4D28-4E1A-E945-18F931506120}" name="Trung Nguyễn" initials="TN" userId="8885c584b37571e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D54B80-94DD-4680-99CB-EAF033F0555B}" v="65" dt="2025-06-03T04:21:20.2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5" autoAdjust="0"/>
    <p:restoredTop sz="95165" autoAdjust="0"/>
  </p:normalViewPr>
  <p:slideViewPr>
    <p:cSldViewPr snapToGrid="0">
      <p:cViewPr varScale="1">
        <p:scale>
          <a:sx n="78" d="100"/>
          <a:sy n="78" d="100"/>
        </p:scale>
        <p:origin x="878" y="43"/>
      </p:cViewPr>
      <p:guideLst>
        <p:guide orient="horz" pos="2160"/>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Đức Nguyễn" userId="3126f1b8474e2ef2" providerId="LiveId" clId="{8AD54B80-94DD-4680-99CB-EAF033F0555B}"/>
    <pc:docChg chg="undo custSel addSld delSld modSld sldOrd">
      <pc:chgData name="Đức Nguyễn" userId="3126f1b8474e2ef2" providerId="LiveId" clId="{8AD54B80-94DD-4680-99CB-EAF033F0555B}" dt="2025-06-03T04:35:31.894" v="572" actId="1076"/>
      <pc:docMkLst>
        <pc:docMk/>
      </pc:docMkLst>
      <pc:sldChg chg="addSp delSp modSp mod">
        <pc:chgData name="Đức Nguyễn" userId="3126f1b8474e2ef2" providerId="LiveId" clId="{8AD54B80-94DD-4680-99CB-EAF033F0555B}" dt="2025-06-03T03:06:10.262" v="27" actId="1076"/>
        <pc:sldMkLst>
          <pc:docMk/>
          <pc:sldMk cId="4294740865" sldId="316"/>
        </pc:sldMkLst>
        <pc:spChg chg="del mod">
          <ac:chgData name="Đức Nguyễn" userId="3126f1b8474e2ef2" providerId="LiveId" clId="{8AD54B80-94DD-4680-99CB-EAF033F0555B}" dt="2025-06-03T03:05:43.053" v="21" actId="478"/>
          <ac:spMkLst>
            <pc:docMk/>
            <pc:sldMk cId="4294740865" sldId="316"/>
            <ac:spMk id="3" creationId="{7BFF8ED8-0CCE-4E12-E853-C4B23AE8CF4F}"/>
          </ac:spMkLst>
        </pc:spChg>
        <pc:spChg chg="add del">
          <ac:chgData name="Đức Nguyễn" userId="3126f1b8474e2ef2" providerId="LiveId" clId="{8AD54B80-94DD-4680-99CB-EAF033F0555B}" dt="2025-06-03T03:04:07.540" v="9" actId="22"/>
          <ac:spMkLst>
            <pc:docMk/>
            <pc:sldMk cId="4294740865" sldId="316"/>
            <ac:spMk id="4" creationId="{DD5B3AAA-56F0-BFD1-7C4B-6AED90D24DBC}"/>
          </ac:spMkLst>
        </pc:spChg>
        <pc:spChg chg="add del">
          <ac:chgData name="Đức Nguyễn" userId="3126f1b8474e2ef2" providerId="LiveId" clId="{8AD54B80-94DD-4680-99CB-EAF033F0555B}" dt="2025-06-03T03:05:00.763" v="11" actId="22"/>
          <ac:spMkLst>
            <pc:docMk/>
            <pc:sldMk cId="4294740865" sldId="316"/>
            <ac:spMk id="6" creationId="{63506242-8867-3A12-8869-21E1BC610C84}"/>
          </ac:spMkLst>
        </pc:spChg>
        <pc:picChg chg="add mod">
          <ac:chgData name="Đức Nguyễn" userId="3126f1b8474e2ef2" providerId="LiveId" clId="{8AD54B80-94DD-4680-99CB-EAF033F0555B}" dt="2025-06-03T03:06:10.262" v="27" actId="1076"/>
          <ac:picMkLst>
            <pc:docMk/>
            <pc:sldMk cId="4294740865" sldId="316"/>
            <ac:picMk id="9" creationId="{84EB58C7-D522-18BF-1163-28B8CCF849A2}"/>
          </ac:picMkLst>
        </pc:picChg>
        <pc:picChg chg="del">
          <ac:chgData name="Đức Nguyễn" userId="3126f1b8474e2ef2" providerId="LiveId" clId="{8AD54B80-94DD-4680-99CB-EAF033F0555B}" dt="2025-06-03T02:37:28.802" v="0" actId="478"/>
          <ac:picMkLst>
            <pc:docMk/>
            <pc:sldMk cId="4294740865" sldId="316"/>
            <ac:picMk id="1026" creationId="{A5B1B688-9B24-83DD-903B-60E7B7282D1A}"/>
          </ac:picMkLst>
        </pc:picChg>
      </pc:sldChg>
      <pc:sldChg chg="modSp add del mod">
        <pc:chgData name="Đức Nguyễn" userId="3126f1b8474e2ef2" providerId="LiveId" clId="{8AD54B80-94DD-4680-99CB-EAF033F0555B}" dt="2025-06-03T04:21:08.368" v="525"/>
        <pc:sldMkLst>
          <pc:docMk/>
          <pc:sldMk cId="749393170" sldId="350"/>
        </pc:sldMkLst>
        <pc:spChg chg="mod">
          <ac:chgData name="Đức Nguyễn" userId="3126f1b8474e2ef2" providerId="LiveId" clId="{8AD54B80-94DD-4680-99CB-EAF033F0555B}" dt="2025-06-03T04:21:08.368" v="525"/>
          <ac:spMkLst>
            <pc:docMk/>
            <pc:sldMk cId="749393170" sldId="350"/>
            <ac:spMk id="2" creationId="{45D8C722-83C3-3132-29D9-460D7AE770A6}"/>
          </ac:spMkLst>
        </pc:spChg>
      </pc:sldChg>
      <pc:sldChg chg="modSp mod">
        <pc:chgData name="Đức Nguyễn" userId="3126f1b8474e2ef2" providerId="LiveId" clId="{8AD54B80-94DD-4680-99CB-EAF033F0555B}" dt="2025-06-03T04:02:04.519" v="481"/>
        <pc:sldMkLst>
          <pc:docMk/>
          <pc:sldMk cId="2150120621" sldId="362"/>
        </pc:sldMkLst>
        <pc:spChg chg="mod">
          <ac:chgData name="Đức Nguyễn" userId="3126f1b8474e2ef2" providerId="LiveId" clId="{8AD54B80-94DD-4680-99CB-EAF033F0555B}" dt="2025-06-03T02:37:47.711" v="6"/>
          <ac:spMkLst>
            <pc:docMk/>
            <pc:sldMk cId="2150120621" sldId="362"/>
            <ac:spMk id="10" creationId="{48AF5CE6-81F8-1E3A-0932-5E2976A8DC00}"/>
          </ac:spMkLst>
        </pc:spChg>
        <pc:spChg chg="mod">
          <ac:chgData name="Đức Nguyễn" userId="3126f1b8474e2ef2" providerId="LiveId" clId="{8AD54B80-94DD-4680-99CB-EAF033F0555B}" dt="2025-06-03T04:02:04.519" v="481"/>
          <ac:spMkLst>
            <pc:docMk/>
            <pc:sldMk cId="2150120621" sldId="362"/>
            <ac:spMk id="17" creationId="{1A97D40A-A3F7-8FAF-393A-B7666D5DB309}"/>
          </ac:spMkLst>
        </pc:spChg>
      </pc:sldChg>
      <pc:sldChg chg="modSp mod">
        <pc:chgData name="Đức Nguyễn" userId="3126f1b8474e2ef2" providerId="LiveId" clId="{8AD54B80-94DD-4680-99CB-EAF033F0555B}" dt="2025-06-03T04:20:57.156" v="519"/>
        <pc:sldMkLst>
          <pc:docMk/>
          <pc:sldMk cId="2140876646" sldId="369"/>
        </pc:sldMkLst>
        <pc:spChg chg="mod">
          <ac:chgData name="Đức Nguyễn" userId="3126f1b8474e2ef2" providerId="LiveId" clId="{8AD54B80-94DD-4680-99CB-EAF033F0555B}" dt="2025-06-03T03:47:40.640" v="300" actId="20577"/>
          <ac:spMkLst>
            <pc:docMk/>
            <pc:sldMk cId="2140876646" sldId="369"/>
            <ac:spMk id="2" creationId="{2D80325A-70D7-45C8-84DE-8C71D0BCEB59}"/>
          </ac:spMkLst>
        </pc:spChg>
        <pc:spChg chg="mod">
          <ac:chgData name="Đức Nguyễn" userId="3126f1b8474e2ef2" providerId="LiveId" clId="{8AD54B80-94DD-4680-99CB-EAF033F0555B}" dt="2025-06-03T04:20:57.156" v="519"/>
          <ac:spMkLst>
            <pc:docMk/>
            <pc:sldMk cId="2140876646" sldId="369"/>
            <ac:spMk id="3" creationId="{A6D26D31-8384-B820-2A74-BE0E968D51EC}"/>
          </ac:spMkLst>
        </pc:spChg>
      </pc:sldChg>
      <pc:sldChg chg="del">
        <pc:chgData name="Đức Nguyễn" userId="3126f1b8474e2ef2" providerId="LiveId" clId="{8AD54B80-94DD-4680-99CB-EAF033F0555B}" dt="2025-06-03T03:37:33.150" v="235" actId="47"/>
        <pc:sldMkLst>
          <pc:docMk/>
          <pc:sldMk cId="3925898305" sldId="380"/>
        </pc:sldMkLst>
      </pc:sldChg>
      <pc:sldChg chg="del">
        <pc:chgData name="Đức Nguyễn" userId="3126f1b8474e2ef2" providerId="LiveId" clId="{8AD54B80-94DD-4680-99CB-EAF033F0555B}" dt="2025-06-03T03:37:33.150" v="235" actId="47"/>
        <pc:sldMkLst>
          <pc:docMk/>
          <pc:sldMk cId="1121357729" sldId="381"/>
        </pc:sldMkLst>
      </pc:sldChg>
      <pc:sldChg chg="addSp delSp modSp mod">
        <pc:chgData name="Đức Nguyễn" userId="3126f1b8474e2ef2" providerId="LiveId" clId="{8AD54B80-94DD-4680-99CB-EAF033F0555B}" dt="2025-06-03T03:36:48.819" v="234" actId="14100"/>
        <pc:sldMkLst>
          <pc:docMk/>
          <pc:sldMk cId="3184613217" sldId="382"/>
        </pc:sldMkLst>
        <pc:spChg chg="del mod">
          <ac:chgData name="Đức Nguyễn" userId="3126f1b8474e2ef2" providerId="LiveId" clId="{8AD54B80-94DD-4680-99CB-EAF033F0555B}" dt="2025-06-03T03:36:41.996" v="233"/>
          <ac:spMkLst>
            <pc:docMk/>
            <pc:sldMk cId="3184613217" sldId="382"/>
            <ac:spMk id="7" creationId="{87341873-5D63-D13B-D18A-8A52D532B5AB}"/>
          </ac:spMkLst>
        </pc:spChg>
        <pc:picChg chg="add mod">
          <ac:chgData name="Đức Nguyễn" userId="3126f1b8474e2ef2" providerId="LiveId" clId="{8AD54B80-94DD-4680-99CB-EAF033F0555B}" dt="2025-06-03T03:36:48.819" v="234" actId="14100"/>
          <ac:picMkLst>
            <pc:docMk/>
            <pc:sldMk cId="3184613217" sldId="382"/>
            <ac:picMk id="4" creationId="{152A4FF4-CEC8-CE04-3BC0-59736CB2F1B5}"/>
          </ac:picMkLst>
        </pc:picChg>
        <pc:picChg chg="del">
          <ac:chgData name="Đức Nguyễn" userId="3126f1b8474e2ef2" providerId="LiveId" clId="{8AD54B80-94DD-4680-99CB-EAF033F0555B}" dt="2025-06-03T03:36:07.705" v="223" actId="478"/>
          <ac:picMkLst>
            <pc:docMk/>
            <pc:sldMk cId="3184613217" sldId="382"/>
            <ac:picMk id="5" creationId="{55BAF770-22CD-4226-5353-989BCC5C9A0D}"/>
          </ac:picMkLst>
        </pc:picChg>
      </pc:sldChg>
      <pc:sldChg chg="del">
        <pc:chgData name="Đức Nguyễn" userId="3126f1b8474e2ef2" providerId="LiveId" clId="{8AD54B80-94DD-4680-99CB-EAF033F0555B}" dt="2025-06-03T03:37:33.150" v="235" actId="47"/>
        <pc:sldMkLst>
          <pc:docMk/>
          <pc:sldMk cId="3744704112" sldId="383"/>
        </pc:sldMkLst>
      </pc:sldChg>
      <pc:sldChg chg="modSp mod">
        <pc:chgData name="Đức Nguyễn" userId="3126f1b8474e2ef2" providerId="LiveId" clId="{8AD54B80-94DD-4680-99CB-EAF033F0555B}" dt="2025-06-03T04:21:20.299" v="529"/>
        <pc:sldMkLst>
          <pc:docMk/>
          <pc:sldMk cId="1525807578" sldId="387"/>
        </pc:sldMkLst>
        <pc:spChg chg="mod">
          <ac:chgData name="Đức Nguyễn" userId="3126f1b8474e2ef2" providerId="LiveId" clId="{8AD54B80-94DD-4680-99CB-EAF033F0555B}" dt="2025-06-03T04:21:20.299" v="529"/>
          <ac:spMkLst>
            <pc:docMk/>
            <pc:sldMk cId="1525807578" sldId="387"/>
            <ac:spMk id="18" creationId="{DB03BA8B-2010-874A-209D-C28DDC7DD37A}"/>
          </ac:spMkLst>
        </pc:spChg>
      </pc:sldChg>
      <pc:sldChg chg="delSp modSp mod ord">
        <pc:chgData name="Đức Nguyễn" userId="3126f1b8474e2ef2" providerId="LiveId" clId="{8AD54B80-94DD-4680-99CB-EAF033F0555B}" dt="2025-06-03T03:51:44.059" v="428"/>
        <pc:sldMkLst>
          <pc:docMk/>
          <pc:sldMk cId="4138878326" sldId="389"/>
        </pc:sldMkLst>
        <pc:spChg chg="mod">
          <ac:chgData name="Đức Nguyễn" userId="3126f1b8474e2ef2" providerId="LiveId" clId="{8AD54B80-94DD-4680-99CB-EAF033F0555B}" dt="2025-06-03T03:51:44.059" v="428"/>
          <ac:spMkLst>
            <pc:docMk/>
            <pc:sldMk cId="4138878326" sldId="389"/>
            <ac:spMk id="18" creationId="{E4D32155-F88A-D701-F3FE-9164B74EC69A}"/>
          </ac:spMkLst>
        </pc:spChg>
        <pc:picChg chg="del">
          <ac:chgData name="Đức Nguyễn" userId="3126f1b8474e2ef2" providerId="LiveId" clId="{8AD54B80-94DD-4680-99CB-EAF033F0555B}" dt="2025-06-03T03:48:40.442" v="321" actId="478"/>
          <ac:picMkLst>
            <pc:docMk/>
            <pc:sldMk cId="4138878326" sldId="389"/>
            <ac:picMk id="2" creationId="{F304024E-5866-B666-7D31-2CAF4406C08A}"/>
          </ac:picMkLst>
        </pc:picChg>
      </pc:sldChg>
      <pc:sldChg chg="addSp delSp modSp mod ord">
        <pc:chgData name="Đức Nguyễn" userId="3126f1b8474e2ef2" providerId="LiveId" clId="{8AD54B80-94DD-4680-99CB-EAF033F0555B}" dt="2025-06-03T04:35:31.894" v="572" actId="1076"/>
        <pc:sldMkLst>
          <pc:docMk/>
          <pc:sldMk cId="3117425091" sldId="390"/>
        </pc:sldMkLst>
        <pc:spChg chg="del mod">
          <ac:chgData name="Đức Nguyễn" userId="3126f1b8474e2ef2" providerId="LiveId" clId="{8AD54B80-94DD-4680-99CB-EAF033F0555B}" dt="2025-06-03T03:49:39.042" v="404" actId="478"/>
          <ac:spMkLst>
            <pc:docMk/>
            <pc:sldMk cId="3117425091" sldId="390"/>
            <ac:spMk id="2" creationId="{2E81F713-F112-8E42-634A-F4191DF1C7E9}"/>
          </ac:spMkLst>
        </pc:spChg>
        <pc:graphicFrameChg chg="add del mod">
          <ac:chgData name="Đức Nguyễn" userId="3126f1b8474e2ef2" providerId="LiveId" clId="{8AD54B80-94DD-4680-99CB-EAF033F0555B}" dt="2025-06-03T03:45:26.649" v="243" actId="478"/>
          <ac:graphicFrameMkLst>
            <pc:docMk/>
            <pc:sldMk cId="3117425091" sldId="390"/>
            <ac:graphicFrameMk id="3" creationId="{4778943C-6ED8-93BC-85E3-78C85822D286}"/>
          </ac:graphicFrameMkLst>
        </pc:graphicFrameChg>
        <pc:picChg chg="add mod">
          <ac:chgData name="Đức Nguyễn" userId="3126f1b8474e2ef2" providerId="LiveId" clId="{8AD54B80-94DD-4680-99CB-EAF033F0555B}" dt="2025-06-03T04:35:31.894" v="572" actId="1076"/>
          <ac:picMkLst>
            <pc:docMk/>
            <pc:sldMk cId="3117425091" sldId="390"/>
            <ac:picMk id="5" creationId="{CEE96BD8-3BF3-0F96-C0C9-79DD62F831FC}"/>
          </ac:picMkLst>
        </pc:picChg>
        <pc:picChg chg="del">
          <ac:chgData name="Đức Nguyễn" userId="3126f1b8474e2ef2" providerId="LiveId" clId="{8AD54B80-94DD-4680-99CB-EAF033F0555B}" dt="2025-06-03T03:50:03.615" v="410" actId="478"/>
          <ac:picMkLst>
            <pc:docMk/>
            <pc:sldMk cId="3117425091" sldId="390"/>
            <ac:picMk id="8" creationId="{51DF2E02-D974-4955-9083-22C61F911BFC}"/>
          </ac:picMkLst>
        </pc:picChg>
        <pc:picChg chg="del">
          <ac:chgData name="Đức Nguyễn" userId="3126f1b8474e2ef2" providerId="LiveId" clId="{8AD54B80-94DD-4680-99CB-EAF033F0555B}" dt="2025-06-03T03:37:54.215" v="236" actId="478"/>
          <ac:picMkLst>
            <pc:docMk/>
            <pc:sldMk cId="3117425091" sldId="390"/>
            <ac:picMk id="5122" creationId="{EC6FA404-D8FA-7762-5CA7-5A2BDA18E1E1}"/>
          </ac:picMkLst>
        </pc:picChg>
      </pc:sldChg>
      <pc:sldChg chg="delSp modSp del mod ord">
        <pc:chgData name="Đức Nguyễn" userId="3126f1b8474e2ef2" providerId="LiveId" clId="{8AD54B80-94DD-4680-99CB-EAF033F0555B}" dt="2025-06-03T03:51:34.338" v="421" actId="47"/>
        <pc:sldMkLst>
          <pc:docMk/>
          <pc:sldMk cId="1647508003" sldId="391"/>
        </pc:sldMkLst>
        <pc:spChg chg="mod">
          <ac:chgData name="Đức Nguyễn" userId="3126f1b8474e2ef2" providerId="LiveId" clId="{8AD54B80-94DD-4680-99CB-EAF033F0555B}" dt="2025-06-03T03:50:18.640" v="418"/>
          <ac:spMkLst>
            <pc:docMk/>
            <pc:sldMk cId="1647508003" sldId="391"/>
            <ac:spMk id="18" creationId="{119C62A0-EA56-2D4E-9478-FB96D8421D4A}"/>
          </ac:spMkLst>
        </pc:spChg>
        <pc:picChg chg="del">
          <ac:chgData name="Đức Nguyễn" userId="3126f1b8474e2ef2" providerId="LiveId" clId="{8AD54B80-94DD-4680-99CB-EAF033F0555B}" dt="2025-06-03T03:48:44.405" v="322" actId="478"/>
          <ac:picMkLst>
            <pc:docMk/>
            <pc:sldMk cId="1647508003" sldId="391"/>
            <ac:picMk id="2" creationId="{74A871E4-F03F-9A6F-43A6-DE0A0CF7E317}"/>
          </ac:picMkLst>
        </pc:picChg>
      </pc:sldChg>
      <pc:sldChg chg="del">
        <pc:chgData name="Đức Nguyễn" userId="3126f1b8474e2ef2" providerId="LiveId" clId="{8AD54B80-94DD-4680-99CB-EAF033F0555B}" dt="2025-06-03T03:47:05.997" v="255" actId="47"/>
        <pc:sldMkLst>
          <pc:docMk/>
          <pc:sldMk cId="2522476646" sldId="392"/>
        </pc:sldMkLst>
      </pc:sldChg>
      <pc:sldChg chg="addSp delSp modSp mod">
        <pc:chgData name="Đức Nguyễn" userId="3126f1b8474e2ef2" providerId="LiveId" clId="{8AD54B80-94DD-4680-99CB-EAF033F0555B}" dt="2025-06-03T04:20:45.471" v="515" actId="478"/>
        <pc:sldMkLst>
          <pc:docMk/>
          <pc:sldMk cId="1262096432" sldId="394"/>
        </pc:sldMkLst>
        <pc:spChg chg="del mod">
          <ac:chgData name="Đức Nguyễn" userId="3126f1b8474e2ef2" providerId="LiveId" clId="{8AD54B80-94DD-4680-99CB-EAF033F0555B}" dt="2025-06-03T04:20:45.471" v="515" actId="478"/>
          <ac:spMkLst>
            <pc:docMk/>
            <pc:sldMk cId="1262096432" sldId="394"/>
            <ac:spMk id="2" creationId="{FEA8412E-6251-46D7-7B33-50360DD766B9}"/>
          </ac:spMkLst>
        </pc:spChg>
        <pc:spChg chg="add del">
          <ac:chgData name="Đức Nguyễn" userId="3126f1b8474e2ef2" providerId="LiveId" clId="{8AD54B80-94DD-4680-99CB-EAF033F0555B}" dt="2025-06-03T04:09:38.955" v="484" actId="22"/>
          <ac:spMkLst>
            <pc:docMk/>
            <pc:sldMk cId="1262096432" sldId="394"/>
            <ac:spMk id="4" creationId="{80595EFA-4E35-DDDD-3EE4-CFF11F1088ED}"/>
          </ac:spMkLst>
        </pc:spChg>
        <pc:picChg chg="add del mod">
          <ac:chgData name="Đức Nguyễn" userId="3126f1b8474e2ef2" providerId="LiveId" clId="{8AD54B80-94DD-4680-99CB-EAF033F0555B}" dt="2025-06-03T04:12:09.126" v="492" actId="478"/>
          <ac:picMkLst>
            <pc:docMk/>
            <pc:sldMk cId="1262096432" sldId="394"/>
            <ac:picMk id="6" creationId="{DA969F14-7183-183A-940E-B50BB857B937}"/>
          </ac:picMkLst>
        </pc:picChg>
        <pc:picChg chg="add mod">
          <ac:chgData name="Đức Nguyễn" userId="3126f1b8474e2ef2" providerId="LiveId" clId="{8AD54B80-94DD-4680-99CB-EAF033F0555B}" dt="2025-06-03T04:12:11.871" v="497"/>
          <ac:picMkLst>
            <pc:docMk/>
            <pc:sldMk cId="1262096432" sldId="394"/>
            <ac:picMk id="9" creationId="{34C66D81-81F3-EE3F-9AF5-7509396DF3BE}"/>
          </ac:picMkLst>
        </pc:picChg>
        <pc:picChg chg="add del mod">
          <ac:chgData name="Đức Nguyễn" userId="3126f1b8474e2ef2" providerId="LiveId" clId="{8AD54B80-94DD-4680-99CB-EAF033F0555B}" dt="2025-06-03T04:18:11.499" v="506" actId="478"/>
          <ac:picMkLst>
            <pc:docMk/>
            <pc:sldMk cId="1262096432" sldId="394"/>
            <ac:picMk id="11" creationId="{9E9CD833-0FEC-6128-2075-A4C0F7B3D3FF}"/>
          </ac:picMkLst>
        </pc:picChg>
        <pc:picChg chg="add mod">
          <ac:chgData name="Đức Nguyễn" userId="3126f1b8474e2ef2" providerId="LiveId" clId="{8AD54B80-94DD-4680-99CB-EAF033F0555B}" dt="2025-06-03T04:18:07.724" v="505"/>
          <ac:picMkLst>
            <pc:docMk/>
            <pc:sldMk cId="1262096432" sldId="394"/>
            <ac:picMk id="13" creationId="{1C74F701-E68B-1702-D719-6D703AED6918}"/>
          </ac:picMkLst>
        </pc:picChg>
        <pc:picChg chg="add mod">
          <ac:chgData name="Đức Nguyễn" userId="3126f1b8474e2ef2" providerId="LiveId" clId="{8AD54B80-94DD-4680-99CB-EAF033F0555B}" dt="2025-06-03T04:18:51.168" v="513" actId="1076"/>
          <ac:picMkLst>
            <pc:docMk/>
            <pc:sldMk cId="1262096432" sldId="394"/>
            <ac:picMk id="15" creationId="{D2A8F927-15E8-07F8-09D0-FABA7C7BD9A4}"/>
          </ac:picMkLst>
        </pc:picChg>
        <pc:picChg chg="del">
          <ac:chgData name="Đức Nguyễn" userId="3126f1b8474e2ef2" providerId="LiveId" clId="{8AD54B80-94DD-4680-99CB-EAF033F0555B}" dt="2025-06-03T04:09:35.867" v="482" actId="478"/>
          <ac:picMkLst>
            <pc:docMk/>
            <pc:sldMk cId="1262096432" sldId="394"/>
            <ac:picMk id="3074" creationId="{A58D1A5F-DBBF-C333-2777-DF48796B9877}"/>
          </ac:picMkLst>
        </pc:picChg>
      </pc:sldChg>
      <pc:sldChg chg="del">
        <pc:chgData name="Đức Nguyễn" userId="3126f1b8474e2ef2" providerId="LiveId" clId="{8AD54B80-94DD-4680-99CB-EAF033F0555B}" dt="2025-06-03T03:37:33.150" v="235" actId="47"/>
        <pc:sldMkLst>
          <pc:docMk/>
          <pc:sldMk cId="4248648638" sldId="395"/>
        </pc:sldMkLst>
      </pc:sldChg>
      <pc:sldChg chg="del">
        <pc:chgData name="Đức Nguyễn" userId="3126f1b8474e2ef2" providerId="LiveId" clId="{8AD54B80-94DD-4680-99CB-EAF033F0555B}" dt="2025-06-03T03:37:33.150" v="235" actId="47"/>
        <pc:sldMkLst>
          <pc:docMk/>
          <pc:sldMk cId="3296803521" sldId="396"/>
        </pc:sldMkLst>
      </pc:sldChg>
      <pc:sldChg chg="del">
        <pc:chgData name="Đức Nguyễn" userId="3126f1b8474e2ef2" providerId="LiveId" clId="{8AD54B80-94DD-4680-99CB-EAF033F0555B}" dt="2025-06-03T03:37:33.150" v="235" actId="47"/>
        <pc:sldMkLst>
          <pc:docMk/>
          <pc:sldMk cId="4291859804" sldId="397"/>
        </pc:sldMkLst>
      </pc:sldChg>
      <pc:sldChg chg="del">
        <pc:chgData name="Đức Nguyễn" userId="3126f1b8474e2ef2" providerId="LiveId" clId="{8AD54B80-94DD-4680-99CB-EAF033F0555B}" dt="2025-06-03T03:37:33.150" v="235" actId="47"/>
        <pc:sldMkLst>
          <pc:docMk/>
          <pc:sldMk cId="1207821536" sldId="398"/>
        </pc:sldMkLst>
      </pc:sldChg>
      <pc:sldChg chg="del">
        <pc:chgData name="Đức Nguyễn" userId="3126f1b8474e2ef2" providerId="LiveId" clId="{8AD54B80-94DD-4680-99CB-EAF033F0555B}" dt="2025-06-03T03:37:33.150" v="235" actId="47"/>
        <pc:sldMkLst>
          <pc:docMk/>
          <pc:sldMk cId="170121217" sldId="399"/>
        </pc:sldMkLst>
      </pc:sldChg>
      <pc:sldChg chg="del">
        <pc:chgData name="Đức Nguyễn" userId="3126f1b8474e2ef2" providerId="LiveId" clId="{8AD54B80-94DD-4680-99CB-EAF033F0555B}" dt="2025-06-03T03:37:33.150" v="235" actId="47"/>
        <pc:sldMkLst>
          <pc:docMk/>
          <pc:sldMk cId="1636451175" sldId="400"/>
        </pc:sldMkLst>
      </pc:sldChg>
      <pc:sldChg chg="addSp delSp modSp add mod">
        <pc:chgData name="Đức Nguyễn" userId="3126f1b8474e2ef2" providerId="LiveId" clId="{8AD54B80-94DD-4680-99CB-EAF033F0555B}" dt="2025-06-03T04:34:55.838" v="567" actId="20577"/>
        <pc:sldMkLst>
          <pc:docMk/>
          <pc:sldMk cId="1732543440" sldId="401"/>
        </pc:sldMkLst>
        <pc:spChg chg="add mod">
          <ac:chgData name="Đức Nguyễn" userId="3126f1b8474e2ef2" providerId="LiveId" clId="{8AD54B80-94DD-4680-99CB-EAF033F0555B}" dt="2025-06-03T03:19:52.068" v="40" actId="164"/>
          <ac:spMkLst>
            <pc:docMk/>
            <pc:sldMk cId="1732543440" sldId="401"/>
            <ac:spMk id="2" creationId="{8C9B39BF-2E98-6909-2FBC-1768F95041EB}"/>
          </ac:spMkLst>
        </pc:spChg>
        <pc:spChg chg="add mod">
          <ac:chgData name="Đức Nguyễn" userId="3126f1b8474e2ef2" providerId="LiveId" clId="{8AD54B80-94DD-4680-99CB-EAF033F0555B}" dt="2025-06-03T03:19:52.068" v="40" actId="164"/>
          <ac:spMkLst>
            <pc:docMk/>
            <pc:sldMk cId="1732543440" sldId="401"/>
            <ac:spMk id="3" creationId="{91336D1D-B2D7-0D4D-9957-B757759FBBC2}"/>
          </ac:spMkLst>
        </pc:spChg>
        <pc:spChg chg="mod">
          <ac:chgData name="Đức Nguyễn" userId="3126f1b8474e2ef2" providerId="LiveId" clId="{8AD54B80-94DD-4680-99CB-EAF033F0555B}" dt="2025-06-03T03:20:04.509" v="42"/>
          <ac:spMkLst>
            <pc:docMk/>
            <pc:sldMk cId="1732543440" sldId="401"/>
            <ac:spMk id="6" creationId="{3F2C3641-EEBC-EF4D-6F17-649B417182B2}"/>
          </ac:spMkLst>
        </pc:spChg>
        <pc:spChg chg="mod">
          <ac:chgData name="Đức Nguyễn" userId="3126f1b8474e2ef2" providerId="LiveId" clId="{8AD54B80-94DD-4680-99CB-EAF033F0555B}" dt="2025-06-03T03:32:16.065" v="187" actId="1076"/>
          <ac:spMkLst>
            <pc:docMk/>
            <pc:sldMk cId="1732543440" sldId="401"/>
            <ac:spMk id="7" creationId="{DD6B9FFD-A87E-6D9B-6137-F1962BC99A37}"/>
          </ac:spMkLst>
        </pc:spChg>
        <pc:spChg chg="mod">
          <ac:chgData name="Đức Nguyễn" userId="3126f1b8474e2ef2" providerId="LiveId" clId="{8AD54B80-94DD-4680-99CB-EAF033F0555B}" dt="2025-06-03T03:20:04.509" v="42"/>
          <ac:spMkLst>
            <pc:docMk/>
            <pc:sldMk cId="1732543440" sldId="401"/>
            <ac:spMk id="8" creationId="{53F57429-41CD-7406-06A6-E255934A4C41}"/>
          </ac:spMkLst>
        </pc:spChg>
        <pc:spChg chg="mod">
          <ac:chgData name="Đức Nguyễn" userId="3126f1b8474e2ef2" providerId="LiveId" clId="{8AD54B80-94DD-4680-99CB-EAF033F0555B}" dt="2025-06-03T03:20:04.968" v="43"/>
          <ac:spMkLst>
            <pc:docMk/>
            <pc:sldMk cId="1732543440" sldId="401"/>
            <ac:spMk id="11" creationId="{E69285D2-7277-4D71-A9B2-710EA7E7414A}"/>
          </ac:spMkLst>
        </pc:spChg>
        <pc:spChg chg="mod">
          <ac:chgData name="Đức Nguyễn" userId="3126f1b8474e2ef2" providerId="LiveId" clId="{8AD54B80-94DD-4680-99CB-EAF033F0555B}" dt="2025-06-03T03:20:04.968" v="43"/>
          <ac:spMkLst>
            <pc:docMk/>
            <pc:sldMk cId="1732543440" sldId="401"/>
            <ac:spMk id="12" creationId="{42CB8EE2-B4C7-5FB6-68A7-CC107BE738EB}"/>
          </ac:spMkLst>
        </pc:spChg>
        <pc:spChg chg="mod">
          <ac:chgData name="Đức Nguyễn" userId="3126f1b8474e2ef2" providerId="LiveId" clId="{8AD54B80-94DD-4680-99CB-EAF033F0555B}" dt="2025-06-03T03:24:59.867" v="133" actId="1076"/>
          <ac:spMkLst>
            <pc:docMk/>
            <pc:sldMk cId="1732543440" sldId="401"/>
            <ac:spMk id="14" creationId="{2B5B9243-DE11-6AD2-BE6C-9C8D9BEF58FD}"/>
          </ac:spMkLst>
        </pc:spChg>
        <pc:spChg chg="mod">
          <ac:chgData name="Đức Nguyễn" userId="3126f1b8474e2ef2" providerId="LiveId" clId="{8AD54B80-94DD-4680-99CB-EAF033F0555B}" dt="2025-06-03T03:24:32.744" v="127" actId="14100"/>
          <ac:spMkLst>
            <pc:docMk/>
            <pc:sldMk cId="1732543440" sldId="401"/>
            <ac:spMk id="15" creationId="{DBE04682-A0DB-F13E-8D20-E7619A0DC0EE}"/>
          </ac:spMkLst>
        </pc:spChg>
        <pc:spChg chg="mod">
          <ac:chgData name="Đức Nguyễn" userId="3126f1b8474e2ef2" providerId="LiveId" clId="{8AD54B80-94DD-4680-99CB-EAF033F0555B}" dt="2025-06-03T03:29:28.481" v="161"/>
          <ac:spMkLst>
            <pc:docMk/>
            <pc:sldMk cId="1732543440" sldId="401"/>
            <ac:spMk id="17" creationId="{3DD7C770-8969-1F94-A1CE-8CD88C308FC5}"/>
          </ac:spMkLst>
        </pc:spChg>
        <pc:spChg chg="mod">
          <ac:chgData name="Đức Nguyễn" userId="3126f1b8474e2ef2" providerId="LiveId" clId="{8AD54B80-94DD-4680-99CB-EAF033F0555B}" dt="2025-06-03T03:31:55.025" v="184" actId="14100"/>
          <ac:spMkLst>
            <pc:docMk/>
            <pc:sldMk cId="1732543440" sldId="401"/>
            <ac:spMk id="18" creationId="{FF140754-B306-6823-D94F-55DFECAE9E18}"/>
          </ac:spMkLst>
        </pc:spChg>
        <pc:spChg chg="mod">
          <ac:chgData name="Đức Nguyễn" userId="3126f1b8474e2ef2" providerId="LiveId" clId="{8AD54B80-94DD-4680-99CB-EAF033F0555B}" dt="2025-06-03T03:29:37.860" v="166"/>
          <ac:spMkLst>
            <pc:docMk/>
            <pc:sldMk cId="1732543440" sldId="401"/>
            <ac:spMk id="20" creationId="{88EABB13-A4F3-24E8-749A-45DABAE43B9B}"/>
          </ac:spMkLst>
        </pc:spChg>
        <pc:spChg chg="mod">
          <ac:chgData name="Đức Nguyễn" userId="3126f1b8474e2ef2" providerId="LiveId" clId="{8AD54B80-94DD-4680-99CB-EAF033F0555B}" dt="2025-06-03T03:24:45.919" v="130" actId="14100"/>
          <ac:spMkLst>
            <pc:docMk/>
            <pc:sldMk cId="1732543440" sldId="401"/>
            <ac:spMk id="21" creationId="{A1D6F59F-71C3-331F-B965-40C4C195F4EB}"/>
          </ac:spMkLst>
        </pc:spChg>
        <pc:spChg chg="mod">
          <ac:chgData name="Đức Nguyễn" userId="3126f1b8474e2ef2" providerId="LiveId" clId="{8AD54B80-94DD-4680-99CB-EAF033F0555B}" dt="2025-06-03T03:20:06.253" v="47"/>
          <ac:spMkLst>
            <pc:docMk/>
            <pc:sldMk cId="1732543440" sldId="401"/>
            <ac:spMk id="23" creationId="{68EDB0A4-BCB0-431B-4807-E5994ACAF2A6}"/>
          </ac:spMkLst>
        </pc:spChg>
        <pc:spChg chg="mod">
          <ac:chgData name="Đức Nguyễn" userId="3126f1b8474e2ef2" providerId="LiveId" clId="{8AD54B80-94DD-4680-99CB-EAF033F0555B}" dt="2025-06-03T03:20:06.253" v="47"/>
          <ac:spMkLst>
            <pc:docMk/>
            <pc:sldMk cId="1732543440" sldId="401"/>
            <ac:spMk id="24" creationId="{970CB450-E9DC-5022-B83E-3F92583D6787}"/>
          </ac:spMkLst>
        </pc:spChg>
        <pc:spChg chg="add del mod">
          <ac:chgData name="Đức Nguyễn" userId="3126f1b8474e2ef2" providerId="LiveId" clId="{8AD54B80-94DD-4680-99CB-EAF033F0555B}" dt="2025-06-03T04:34:55.838" v="567" actId="20577"/>
          <ac:spMkLst>
            <pc:docMk/>
            <pc:sldMk cId="1732543440" sldId="401"/>
            <ac:spMk id="26" creationId="{EBBCA39E-FBF0-48E0-3EFC-925974B8B2A2}"/>
          </ac:spMkLst>
        </pc:spChg>
        <pc:grpChg chg="add del mod">
          <ac:chgData name="Đức Nguyễn" userId="3126f1b8474e2ef2" providerId="LiveId" clId="{8AD54B80-94DD-4680-99CB-EAF033F0555B}" dt="2025-06-03T03:20:36.072" v="56" actId="478"/>
          <ac:grpSpMkLst>
            <pc:docMk/>
            <pc:sldMk cId="1732543440" sldId="401"/>
            <ac:grpSpMk id="4" creationId="{C5090A65-F768-CB88-5E8B-71D45E33A74D}"/>
          </ac:grpSpMkLst>
        </pc:grpChg>
        <pc:grpChg chg="add del mod">
          <ac:chgData name="Đức Nguyễn" userId="3126f1b8474e2ef2" providerId="LiveId" clId="{8AD54B80-94DD-4680-99CB-EAF033F0555B}" dt="2025-06-03T03:20:33.972" v="55" actId="478"/>
          <ac:grpSpMkLst>
            <pc:docMk/>
            <pc:sldMk cId="1732543440" sldId="401"/>
            <ac:grpSpMk id="5" creationId="{9FC78A93-8680-8D61-A1AF-DAE08F60F098}"/>
          </ac:grpSpMkLst>
        </pc:grpChg>
        <pc:grpChg chg="add del mod">
          <ac:chgData name="Đức Nguyễn" userId="3126f1b8474e2ef2" providerId="LiveId" clId="{8AD54B80-94DD-4680-99CB-EAF033F0555B}" dt="2025-06-03T03:20:31.407" v="54" actId="478"/>
          <ac:grpSpMkLst>
            <pc:docMk/>
            <pc:sldMk cId="1732543440" sldId="401"/>
            <ac:grpSpMk id="10" creationId="{3B48E032-7D1F-9EB9-1EE6-54D1A843F6EF}"/>
          </ac:grpSpMkLst>
        </pc:grpChg>
        <pc:grpChg chg="add mod">
          <ac:chgData name="Đức Nguyễn" userId="3126f1b8474e2ef2" providerId="LiveId" clId="{8AD54B80-94DD-4680-99CB-EAF033F0555B}" dt="2025-06-03T03:32:16.065" v="187" actId="1076"/>
          <ac:grpSpMkLst>
            <pc:docMk/>
            <pc:sldMk cId="1732543440" sldId="401"/>
            <ac:grpSpMk id="13" creationId="{3F98F6F8-D612-2CE2-7D7B-09A182FDDD32}"/>
          </ac:grpSpMkLst>
        </pc:grpChg>
        <pc:grpChg chg="add mod">
          <ac:chgData name="Đức Nguyễn" userId="3126f1b8474e2ef2" providerId="LiveId" clId="{8AD54B80-94DD-4680-99CB-EAF033F0555B}" dt="2025-06-03T03:32:16.065" v="187" actId="1076"/>
          <ac:grpSpMkLst>
            <pc:docMk/>
            <pc:sldMk cId="1732543440" sldId="401"/>
            <ac:grpSpMk id="16" creationId="{A122D19D-32AB-B00E-772F-C68D174CAFA1}"/>
          </ac:grpSpMkLst>
        </pc:grpChg>
        <pc:grpChg chg="add mod">
          <ac:chgData name="Đức Nguyễn" userId="3126f1b8474e2ef2" providerId="LiveId" clId="{8AD54B80-94DD-4680-99CB-EAF033F0555B}" dt="2025-06-03T03:32:16.065" v="187" actId="1076"/>
          <ac:grpSpMkLst>
            <pc:docMk/>
            <pc:sldMk cId="1732543440" sldId="401"/>
            <ac:grpSpMk id="19" creationId="{50B61B93-2829-EEEE-3BE3-A4F29FF4D0E8}"/>
          </ac:grpSpMkLst>
        </pc:grpChg>
        <pc:grpChg chg="add del mod">
          <ac:chgData name="Đức Nguyễn" userId="3126f1b8474e2ef2" providerId="LiveId" clId="{8AD54B80-94DD-4680-99CB-EAF033F0555B}" dt="2025-06-03T03:22:47.118" v="75" actId="478"/>
          <ac:grpSpMkLst>
            <pc:docMk/>
            <pc:sldMk cId="1732543440" sldId="401"/>
            <ac:grpSpMk id="22" creationId="{FB8C1EC7-5157-FD45-9490-3DC17FE6291A}"/>
          </ac:grpSpMkLst>
        </pc:grpChg>
        <pc:picChg chg="del">
          <ac:chgData name="Đức Nguyễn" userId="3126f1b8474e2ef2" providerId="LiveId" clId="{8AD54B80-94DD-4680-99CB-EAF033F0555B}" dt="2025-06-03T03:18:52.063" v="29" actId="478"/>
          <ac:picMkLst>
            <pc:docMk/>
            <pc:sldMk cId="1732543440" sldId="401"/>
            <ac:picMk id="9" creationId="{411ABE80-008B-E197-1BC0-423165A4C6F3}"/>
          </ac:picMkLst>
        </pc:picChg>
      </pc:sldChg>
      <pc:sldChg chg="add del">
        <pc:chgData name="Đức Nguyễn" userId="3126f1b8474e2ef2" providerId="LiveId" clId="{8AD54B80-94DD-4680-99CB-EAF033F0555B}" dt="2025-06-03T03:31:35.956" v="182" actId="47"/>
        <pc:sldMkLst>
          <pc:docMk/>
          <pc:sldMk cId="2766397451" sldId="402"/>
        </pc:sldMkLst>
      </pc:sldChg>
      <pc:sldChg chg="addSp modSp add mod">
        <pc:chgData name="Đức Nguyễn" userId="3126f1b8474e2ef2" providerId="LiveId" clId="{8AD54B80-94DD-4680-99CB-EAF033F0555B}" dt="2025-06-03T04:34:21.540" v="531" actId="122"/>
        <pc:sldMkLst>
          <pc:docMk/>
          <pc:sldMk cId="2044664711" sldId="403"/>
        </pc:sldMkLst>
        <pc:spChg chg="add">
          <ac:chgData name="Đức Nguyễn" userId="3126f1b8474e2ef2" providerId="LiveId" clId="{8AD54B80-94DD-4680-99CB-EAF033F0555B}" dt="2025-06-03T03:26:51.023" v="140"/>
          <ac:spMkLst>
            <pc:docMk/>
            <pc:sldMk cId="2044664711" sldId="403"/>
            <ac:spMk id="2" creationId="{52F5049C-506B-3530-C6BF-C5287F37850D}"/>
          </ac:spMkLst>
        </pc:spChg>
        <pc:spChg chg="add">
          <ac:chgData name="Đức Nguyễn" userId="3126f1b8474e2ef2" providerId="LiveId" clId="{8AD54B80-94DD-4680-99CB-EAF033F0555B}" dt="2025-06-03T03:26:56.404" v="141"/>
          <ac:spMkLst>
            <pc:docMk/>
            <pc:sldMk cId="2044664711" sldId="403"/>
            <ac:spMk id="3" creationId="{5E6DF3B6-E2C2-7FE7-9CED-59CADE5B13AA}"/>
          </ac:spMkLst>
        </pc:spChg>
        <pc:spChg chg="add mod">
          <ac:chgData name="Đức Nguyễn" userId="3126f1b8474e2ef2" providerId="LiveId" clId="{8AD54B80-94DD-4680-99CB-EAF033F0555B}" dt="2025-06-03T03:27:08.007" v="144"/>
          <ac:spMkLst>
            <pc:docMk/>
            <pc:sldMk cId="2044664711" sldId="403"/>
            <ac:spMk id="4" creationId="{F1561583-0B26-F9BA-8276-05C820638125}"/>
          </ac:spMkLst>
        </pc:spChg>
        <pc:spChg chg="mod">
          <ac:chgData name="Đức Nguyễn" userId="3126f1b8474e2ef2" providerId="LiveId" clId="{8AD54B80-94DD-4680-99CB-EAF033F0555B}" dt="2025-06-03T03:35:06.544" v="222" actId="1076"/>
          <ac:spMkLst>
            <pc:docMk/>
            <pc:sldMk cId="2044664711" sldId="403"/>
            <ac:spMk id="7" creationId="{A3811828-E877-1F42-09F7-81BBF0A3173A}"/>
          </ac:spMkLst>
        </pc:spChg>
        <pc:spChg chg="mod">
          <ac:chgData name="Đức Nguyễn" userId="3126f1b8474e2ef2" providerId="LiveId" clId="{8AD54B80-94DD-4680-99CB-EAF033F0555B}" dt="2025-06-03T03:31:22.860" v="171"/>
          <ac:spMkLst>
            <pc:docMk/>
            <pc:sldMk cId="2044664711" sldId="403"/>
            <ac:spMk id="14" creationId="{2F11001C-E629-9C74-40DF-93B2FA03B784}"/>
          </ac:spMkLst>
        </pc:spChg>
        <pc:spChg chg="mod">
          <ac:chgData name="Đức Nguyễn" userId="3126f1b8474e2ef2" providerId="LiveId" clId="{8AD54B80-94DD-4680-99CB-EAF033F0555B}" dt="2025-06-03T04:34:14.559" v="530" actId="14100"/>
          <ac:spMkLst>
            <pc:docMk/>
            <pc:sldMk cId="2044664711" sldId="403"/>
            <ac:spMk id="15" creationId="{5BD6C31D-509C-70D2-059B-F7DE0ABF2602}"/>
          </ac:spMkLst>
        </pc:spChg>
        <pc:spChg chg="mod">
          <ac:chgData name="Đức Nguyễn" userId="3126f1b8474e2ef2" providerId="LiveId" clId="{8AD54B80-94DD-4680-99CB-EAF033F0555B}" dt="2025-06-03T03:31:26.377" v="176"/>
          <ac:spMkLst>
            <pc:docMk/>
            <pc:sldMk cId="2044664711" sldId="403"/>
            <ac:spMk id="17" creationId="{B617BDC8-089B-830F-0729-CA72B2BCB107}"/>
          </ac:spMkLst>
        </pc:spChg>
        <pc:spChg chg="mod">
          <ac:chgData name="Đức Nguyễn" userId="3126f1b8474e2ef2" providerId="LiveId" clId="{8AD54B80-94DD-4680-99CB-EAF033F0555B}" dt="2025-06-03T04:34:21.540" v="531" actId="122"/>
          <ac:spMkLst>
            <pc:docMk/>
            <pc:sldMk cId="2044664711" sldId="403"/>
            <ac:spMk id="18" creationId="{FE8D34D9-3368-63FA-0B50-ABCFCE135D9C}"/>
          </ac:spMkLst>
        </pc:spChg>
        <pc:spChg chg="mod">
          <ac:chgData name="Đức Nguyễn" userId="3126f1b8474e2ef2" providerId="LiveId" clId="{8AD54B80-94DD-4680-99CB-EAF033F0555B}" dt="2025-06-03T03:31:31.041" v="181"/>
          <ac:spMkLst>
            <pc:docMk/>
            <pc:sldMk cId="2044664711" sldId="403"/>
            <ac:spMk id="20" creationId="{808CC8A1-6003-ABDB-41B8-90202458F9D0}"/>
          </ac:spMkLst>
        </pc:spChg>
        <pc:spChg chg="mod">
          <ac:chgData name="Đức Nguyễn" userId="3126f1b8474e2ef2" providerId="LiveId" clId="{8AD54B80-94DD-4680-99CB-EAF033F0555B}" dt="2025-06-03T03:28:25.562" v="150" actId="122"/>
          <ac:spMkLst>
            <pc:docMk/>
            <pc:sldMk cId="2044664711" sldId="403"/>
            <ac:spMk id="21" creationId="{8242B4E6-F31A-4449-6E6D-2A083D5A5D6B}"/>
          </ac:spMkLst>
        </pc:spChg>
        <pc:grpChg chg="mod">
          <ac:chgData name="Đức Nguyễn" userId="3126f1b8474e2ef2" providerId="LiveId" clId="{8AD54B80-94DD-4680-99CB-EAF033F0555B}" dt="2025-06-03T03:35:06.544" v="222" actId="1076"/>
          <ac:grpSpMkLst>
            <pc:docMk/>
            <pc:sldMk cId="2044664711" sldId="403"/>
            <ac:grpSpMk id="13" creationId="{7AABED51-7209-D4B2-9173-C601C06E1C59}"/>
          </ac:grpSpMkLst>
        </pc:grpChg>
        <pc:grpChg chg="mod">
          <ac:chgData name="Đức Nguyễn" userId="3126f1b8474e2ef2" providerId="LiveId" clId="{8AD54B80-94DD-4680-99CB-EAF033F0555B}" dt="2025-06-03T03:35:06.544" v="222" actId="1076"/>
          <ac:grpSpMkLst>
            <pc:docMk/>
            <pc:sldMk cId="2044664711" sldId="403"/>
            <ac:grpSpMk id="16" creationId="{7B5C350A-6724-AA4B-4DC2-65E75267DC77}"/>
          </ac:grpSpMkLst>
        </pc:grpChg>
        <pc:grpChg chg="mod">
          <ac:chgData name="Đức Nguyễn" userId="3126f1b8474e2ef2" providerId="LiveId" clId="{8AD54B80-94DD-4680-99CB-EAF033F0555B}" dt="2025-06-03T03:35:06.544" v="222" actId="1076"/>
          <ac:grpSpMkLst>
            <pc:docMk/>
            <pc:sldMk cId="2044664711" sldId="403"/>
            <ac:grpSpMk id="19" creationId="{165CF2A4-57E1-3BB2-A657-20C6F26CFD42}"/>
          </ac:grpSpMkLst>
        </pc:gr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4D6D36C-B938-4C96-8236-656CD9F34F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8799D4D-2AC4-49A2-BB0F-0C050E36762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US"/>
              <a:t>9/17/2024</a:t>
            </a:r>
          </a:p>
        </p:txBody>
      </p:sp>
      <p:sp>
        <p:nvSpPr>
          <p:cNvPr id="4" name="Footer Placeholder 3">
            <a:extLst>
              <a:ext uri="{FF2B5EF4-FFF2-40B4-BE49-F238E27FC236}">
                <a16:creationId xmlns:a16="http://schemas.microsoft.com/office/drawing/2014/main" id="{E9A13D9B-1E3F-4A60-8BA8-B90D6AE3116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4C4382E-9517-4120-A5C1-2BCAAB3A9C8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A4D3CAB-E73C-4098-804E-929A550F58CC}" type="slidenum">
              <a:rPr lang="en-US" smtClean="0"/>
              <a:t>‹#›</a:t>
            </a:fld>
            <a:endParaRPr lang="en-US"/>
          </a:p>
        </p:txBody>
      </p:sp>
    </p:spTree>
    <p:extLst>
      <p:ext uri="{BB962C8B-B14F-4D97-AF65-F5344CB8AC3E}">
        <p14:creationId xmlns:p14="http://schemas.microsoft.com/office/powerpoint/2010/main" val="1464747335"/>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r>
              <a:rPr lang="en-US"/>
              <a:t>9/17/2024</a:t>
            </a: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0477DA-6C87-4560-95FE-916DDCB01064}" type="slidenum">
              <a:rPr lang="en-US" smtClean="0"/>
              <a:t>‹#›</a:t>
            </a:fld>
            <a:endParaRPr lang="en-US"/>
          </a:p>
        </p:txBody>
      </p:sp>
    </p:spTree>
    <p:extLst>
      <p:ext uri="{BB962C8B-B14F-4D97-AF65-F5344CB8AC3E}">
        <p14:creationId xmlns:p14="http://schemas.microsoft.com/office/powerpoint/2010/main" val="3766353946"/>
      </p:ext>
    </p:extLst>
  </p:cSld>
  <p:clrMap bg1="lt1" tx1="dk1" bg2="lt2" tx2="dk2" accent1="accent1" accent2="accent2" accent3="accent3" accent4="accent4" accent5="accent5" accent6="accent6" hlink="hlink" folHlink="folHlink"/>
  <p:hf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Lời đầu tiên em xin kính chúc thầy, cô và các bạn lời chúc sức khỏe và lời chào trân trọng nhất.em xin tự .... Đề tài chúng em thưc hiện ...</a:t>
            </a:r>
          </a:p>
        </p:txBody>
      </p:sp>
      <p:sp>
        <p:nvSpPr>
          <p:cNvPr id="4" name="Date Placeholder 3"/>
          <p:cNvSpPr>
            <a:spLocks noGrp="1"/>
          </p:cNvSpPr>
          <p:nvPr>
            <p:ph type="dt" idx="1"/>
          </p:nvPr>
        </p:nvSpPr>
        <p:spPr/>
        <p:txBody>
          <a:bodyPr/>
          <a:lstStyle/>
          <a:p>
            <a:r>
              <a:rPr lang="en-US"/>
              <a:t>9/17/2024</a:t>
            </a:r>
          </a:p>
        </p:txBody>
      </p:sp>
    </p:spTree>
    <p:extLst>
      <p:ext uri="{BB962C8B-B14F-4D97-AF65-F5344CB8AC3E}">
        <p14:creationId xmlns:p14="http://schemas.microsoft.com/office/powerpoint/2010/main" val="2604300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C5476-A5EB-CBDD-D8DF-36E258E1D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179D6-DFE6-C461-329D-07C4DEFAC0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F28D7-21C2-6D53-4384-A9E260EB7EEC}"/>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CA38D0E8-98D0-BC96-2BD2-8DB38B7E2885}"/>
              </a:ext>
            </a:extLst>
          </p:cNvPr>
          <p:cNvSpPr>
            <a:spLocks noGrp="1"/>
          </p:cNvSpPr>
          <p:nvPr>
            <p:ph type="dt" idx="1"/>
          </p:nvPr>
        </p:nvSpPr>
        <p:spPr/>
        <p:txBody>
          <a:bodyPr/>
          <a:lstStyle/>
          <a:p>
            <a:r>
              <a:rPr lang="en-US"/>
              <a:t>9/17/2024</a:t>
            </a:r>
          </a:p>
        </p:txBody>
      </p:sp>
    </p:spTree>
    <p:extLst>
      <p:ext uri="{BB962C8B-B14F-4D97-AF65-F5344CB8AC3E}">
        <p14:creationId xmlns:p14="http://schemas.microsoft.com/office/powerpoint/2010/main" val="1310619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r>
              <a:rPr lang="en-US"/>
              <a:t>9/17/2024</a:t>
            </a:r>
          </a:p>
        </p:txBody>
      </p:sp>
    </p:spTree>
    <p:extLst>
      <p:ext uri="{BB962C8B-B14F-4D97-AF65-F5344CB8AC3E}">
        <p14:creationId xmlns:p14="http://schemas.microsoft.com/office/powerpoint/2010/main" val="2801622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r>
              <a:rPr lang="en-US"/>
              <a:t>9/17/2024</a:t>
            </a:r>
          </a:p>
        </p:txBody>
      </p:sp>
    </p:spTree>
    <p:extLst>
      <p:ext uri="{BB962C8B-B14F-4D97-AF65-F5344CB8AC3E}">
        <p14:creationId xmlns:p14="http://schemas.microsoft.com/office/powerpoint/2010/main" val="3120231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02CE4-EB75-29D9-E6F4-940A7776CF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77796-FAB0-07B6-AC9D-D5DFAD1FEA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206CAD-69A8-C4CA-53D0-638B2CA36480}"/>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BE88FA5F-F301-CC42-EE2F-0460793D5E95}"/>
              </a:ext>
            </a:extLst>
          </p:cNvPr>
          <p:cNvSpPr>
            <a:spLocks noGrp="1"/>
          </p:cNvSpPr>
          <p:nvPr>
            <p:ph type="dt" idx="1"/>
          </p:nvPr>
        </p:nvSpPr>
        <p:spPr/>
        <p:txBody>
          <a:bodyPr/>
          <a:lstStyle/>
          <a:p>
            <a:r>
              <a:rPr lang="en-US"/>
              <a:t>9/17/2024</a:t>
            </a:r>
          </a:p>
        </p:txBody>
      </p:sp>
    </p:spTree>
    <p:extLst>
      <p:ext uri="{BB962C8B-B14F-4D97-AF65-F5344CB8AC3E}">
        <p14:creationId xmlns:p14="http://schemas.microsoft.com/office/powerpoint/2010/main" val="29354665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2E187-D166-2F64-7402-C5307F879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38954-F2D9-CEDF-B40D-B36EE16046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FAB25-3011-1299-E6CE-3E6A61F96B6A}"/>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EDC66284-7721-FEF8-EEFA-E95D0E2A16A1}"/>
              </a:ext>
            </a:extLst>
          </p:cNvPr>
          <p:cNvSpPr>
            <a:spLocks noGrp="1"/>
          </p:cNvSpPr>
          <p:nvPr>
            <p:ph type="dt" idx="1"/>
          </p:nvPr>
        </p:nvSpPr>
        <p:spPr/>
        <p:txBody>
          <a:bodyPr/>
          <a:lstStyle/>
          <a:p>
            <a:r>
              <a:rPr lang="en-US"/>
              <a:t>9/17/2024</a:t>
            </a:r>
          </a:p>
        </p:txBody>
      </p:sp>
    </p:spTree>
    <p:extLst>
      <p:ext uri="{BB962C8B-B14F-4D97-AF65-F5344CB8AC3E}">
        <p14:creationId xmlns:p14="http://schemas.microsoft.com/office/powerpoint/2010/main" val="3748783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D0A87-EAF2-FFBE-D3E3-C3C25029C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4C8F13-CC0B-7FBB-401D-E6CCCD9372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CE155B-4726-2F15-966D-689B017027EC}"/>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DE497CAF-EA9D-77E9-B62D-2277C9D5C946}"/>
              </a:ext>
            </a:extLst>
          </p:cNvPr>
          <p:cNvSpPr>
            <a:spLocks noGrp="1"/>
          </p:cNvSpPr>
          <p:nvPr>
            <p:ph type="dt" idx="1"/>
          </p:nvPr>
        </p:nvSpPr>
        <p:spPr/>
        <p:txBody>
          <a:bodyPr/>
          <a:lstStyle/>
          <a:p>
            <a:r>
              <a:rPr lang="en-US"/>
              <a:t>9/17/2024</a:t>
            </a:r>
          </a:p>
        </p:txBody>
      </p:sp>
    </p:spTree>
    <p:extLst>
      <p:ext uri="{BB962C8B-B14F-4D97-AF65-F5344CB8AC3E}">
        <p14:creationId xmlns:p14="http://schemas.microsoft.com/office/powerpoint/2010/main" val="3135044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4A8F9-9F0F-387A-DD81-C836E2B769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C0464E-95E9-1F42-5154-DE40A6B7E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CEFDA3-4A5A-5191-05D2-06EB837B4A07}"/>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F97FFD33-303D-BD75-0E65-269E5D68FB2C}"/>
              </a:ext>
            </a:extLst>
          </p:cNvPr>
          <p:cNvSpPr>
            <a:spLocks noGrp="1"/>
          </p:cNvSpPr>
          <p:nvPr>
            <p:ph type="dt" idx="1"/>
          </p:nvPr>
        </p:nvSpPr>
        <p:spPr/>
        <p:txBody>
          <a:bodyPr/>
          <a:lstStyle/>
          <a:p>
            <a:r>
              <a:rPr lang="en-US"/>
              <a:t>9/17/2024</a:t>
            </a:r>
          </a:p>
        </p:txBody>
      </p:sp>
    </p:spTree>
    <p:extLst>
      <p:ext uri="{BB962C8B-B14F-4D97-AF65-F5344CB8AC3E}">
        <p14:creationId xmlns:p14="http://schemas.microsoft.com/office/powerpoint/2010/main" val="1227786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8346F-4E49-C12C-B95B-5F2AA53DD1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6A2DE0-651E-B9CA-D185-E6C26899A9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B5245B-2554-77A6-A385-465D9DCF9656}"/>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B83D4790-6541-56DF-BA22-412C61AD8594}"/>
              </a:ext>
            </a:extLst>
          </p:cNvPr>
          <p:cNvSpPr>
            <a:spLocks noGrp="1"/>
          </p:cNvSpPr>
          <p:nvPr>
            <p:ph type="dt" idx="1"/>
          </p:nvPr>
        </p:nvSpPr>
        <p:spPr/>
        <p:txBody>
          <a:bodyPr/>
          <a:lstStyle/>
          <a:p>
            <a:r>
              <a:rPr lang="en-US"/>
              <a:t>9/17/2024</a:t>
            </a:r>
          </a:p>
        </p:txBody>
      </p:sp>
    </p:spTree>
    <p:extLst>
      <p:ext uri="{BB962C8B-B14F-4D97-AF65-F5344CB8AC3E}">
        <p14:creationId xmlns:p14="http://schemas.microsoft.com/office/powerpoint/2010/main" val="759151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r>
              <a:rPr lang="en-US"/>
              <a:t>Thứ 3, 22/10/2024</a:t>
            </a:r>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r>
              <a:rPr lang="en-US"/>
              <a:t>Thứ 3, 22/10/2024</a:t>
            </a:r>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r>
              <a:rPr lang="en-US"/>
              <a:t>Thứ 3, 22/10/2024</a:t>
            </a:r>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r>
              <a:rPr lang="en-US"/>
              <a:t>Thứ 3, 22/10/2024</a:t>
            </a:r>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r>
              <a:rPr lang="en-US"/>
              <a:t>Thứ 3, 22/10/2024</a:t>
            </a:r>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r>
              <a:rPr lang="en-US"/>
              <a:t>Thứ 3, 22/10/2024</a:t>
            </a:r>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r>
              <a:rPr lang="en-US"/>
              <a:t>Thứ 3, 22/10/2024</a:t>
            </a:r>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r>
              <a:rPr lang="en-US"/>
              <a:t>Thứ 3, 22/10/2024</a:t>
            </a:r>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en-US"/>
              <a:t>Thứ 3, 22/10/2024</a:t>
            </a:r>
          </a:p>
        </p:txBody>
      </p:sp>
      <p:sp>
        <p:nvSpPr>
          <p:cNvPr id="6" name="Footer Placeholder 5"/>
          <p:cNvSpPr>
            <a:spLocks noGrp="1"/>
          </p:cNvSpPr>
          <p:nvPr>
            <p:ph type="ftr" sz="quarter" idx="11"/>
          </p:nvPr>
        </p:nvSpPr>
        <p:spPr>
          <a:xfrm>
            <a:off x="1097279" y="6446838"/>
            <a:ext cx="6818262" cy="365125"/>
          </a:xfr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r>
              <a:rPr lang="en-US"/>
              <a:t>Thứ 3, 22/10/2024</a:t>
            </a:r>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r>
              <a:rPr lang="en-US"/>
              <a:t>Thứ 3, 22/10/2024</a:t>
            </a:r>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761827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37773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r>
              <a:rPr lang="en-US"/>
              <a:t>Thứ 3, 22/10/2024</a:t>
            </a:r>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9756278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r>
              <a:rPr lang="en-US"/>
              <a:t>Thứ 3, 22/10/2024</a:t>
            </a:r>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883814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r>
              <a:rPr lang="en-US"/>
              <a:t>Thứ 3, 22/10/2024</a:t>
            </a:r>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0555034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r>
              <a:rPr lang="en-US"/>
              <a:t>Thứ 3, 22/10/2024</a:t>
            </a:r>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600895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r>
              <a:rPr lang="en-US"/>
              <a:t>Thứ 3, 22/10/2024</a:t>
            </a:r>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0322548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r>
              <a:rPr lang="en-US"/>
              <a:t>Thứ 3, 22/10/2024</a:t>
            </a:r>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0873125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r>
              <a:rPr lang="en-US"/>
              <a:t>Thứ 3, 22/10/2024</a:t>
            </a:r>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2420194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r>
              <a:rPr lang="en-US"/>
              <a:t>Thứ 3, 22/10/2024</a:t>
            </a:r>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a:p>
        </p:txBody>
      </p:sp>
    </p:spTree>
    <p:extLst>
      <p:ext uri="{BB962C8B-B14F-4D97-AF65-F5344CB8AC3E}">
        <p14:creationId xmlns:p14="http://schemas.microsoft.com/office/powerpoint/2010/main" val="13829708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en-US"/>
              <a:t>Thứ 3, 22/10/2024</a:t>
            </a:r>
          </a:p>
        </p:txBody>
      </p:sp>
      <p:sp>
        <p:nvSpPr>
          <p:cNvPr id="6" name="Footer Placeholder 5"/>
          <p:cNvSpPr>
            <a:spLocks noGrp="1"/>
          </p:cNvSpPr>
          <p:nvPr>
            <p:ph type="ftr" sz="quarter" idx="11"/>
          </p:nvPr>
        </p:nvSpPr>
        <p:spPr>
          <a:xfrm>
            <a:off x="1097279" y="6446838"/>
            <a:ext cx="6818262" cy="365125"/>
          </a:xfr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6879047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r>
              <a:rPr lang="en-US"/>
              <a:t>Thứ 3, 22/10/2024</a:t>
            </a:r>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3889951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r>
              <a:rPr lang="en-US"/>
              <a:t>Thứ 3, 22/10/2024</a:t>
            </a:r>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206657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r>
              <a:rPr lang="en-US"/>
              <a:t>Thứ 3, 22/10/2024</a:t>
            </a:r>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 id="2147483762" r:id="rId12"/>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r>
              <a:rPr lang="en-US"/>
              <a:t>Thứ 3, 22/10/2024</a:t>
            </a:r>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8009525"/>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hyperlink" Target="https://qlcsvc-nckh.web.app/" TargetMode="External"/><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8ECA7A60-5EA6-4A94-90D0-C251C765106A}"/>
              </a:ext>
            </a:extLst>
          </p:cNvPr>
          <p:cNvSpPr txBox="1"/>
          <p:nvPr/>
        </p:nvSpPr>
        <p:spPr>
          <a:xfrm>
            <a:off x="5803509" y="3575567"/>
            <a:ext cx="5188524" cy="2554545"/>
          </a:xfrm>
          <a:prstGeom prst="rect">
            <a:avLst/>
          </a:prstGeom>
          <a:noFill/>
        </p:spPr>
        <p:txBody>
          <a:bodyPr wrap="square" rtlCol="0">
            <a:spAutoFit/>
          </a:bodyPr>
          <a:lstStyle/>
          <a:p>
            <a:pPr algn="ctr">
              <a:spcBef>
                <a:spcPts val="600"/>
              </a:spcBef>
              <a:spcAft>
                <a:spcPts val="600"/>
              </a:spcAft>
            </a:pPr>
            <a:r>
              <a:rPr lang="vi-VN" sz="2000" b="1"/>
              <a:t>NHÓM SINH VIÊN THỰC HIỆN:</a:t>
            </a:r>
          </a:p>
          <a:p>
            <a:pPr algn="ctr">
              <a:spcBef>
                <a:spcPts val="600"/>
              </a:spcBef>
              <a:spcAft>
                <a:spcPts val="600"/>
              </a:spcAft>
            </a:pPr>
            <a:br>
              <a:rPr lang="vi-VN" sz="2000" b="1"/>
            </a:br>
            <a:r>
              <a:rPr lang="vi-VN" sz="2000" b="1"/>
              <a:t>Đặng Văn Hiểu – 2200249</a:t>
            </a:r>
            <a:br>
              <a:rPr lang="vi-VN" sz="2000" b="1"/>
            </a:br>
            <a:r>
              <a:rPr lang="vi-VN" sz="2000"/>
              <a:t>Nguyễn Văn Trung – 2200419</a:t>
            </a:r>
            <a:br>
              <a:rPr lang="vi-VN" sz="2000"/>
            </a:br>
            <a:r>
              <a:rPr lang="vi-VN" sz="2000"/>
              <a:t>Phạm Minh Hoàn – 2200414</a:t>
            </a:r>
            <a:br>
              <a:rPr lang="vi-VN" sz="2000"/>
            </a:br>
            <a:r>
              <a:rPr lang="vi-VN" sz="2000"/>
              <a:t>Nguyễn Quang Đức – 2200439</a:t>
            </a:r>
          </a:p>
          <a:p>
            <a:pPr algn="ctr">
              <a:spcBef>
                <a:spcPts val="600"/>
              </a:spcBef>
              <a:spcAft>
                <a:spcPts val="600"/>
              </a:spcAft>
            </a:pPr>
            <a:r>
              <a:rPr lang="vi-VN" sz="2000"/>
              <a:t>Lớp: ĐH11-CNTT1</a:t>
            </a:r>
            <a:endParaRPr lang="en-US" sz="2000"/>
          </a:p>
        </p:txBody>
      </p:sp>
      <p:sp>
        <p:nvSpPr>
          <p:cNvPr id="2" name="TextBox 1">
            <a:extLst>
              <a:ext uri="{FF2B5EF4-FFF2-40B4-BE49-F238E27FC236}">
                <a16:creationId xmlns:a16="http://schemas.microsoft.com/office/drawing/2014/main" id="{B7A120BB-F591-EB1E-30A4-C7338F3CF0C7}"/>
              </a:ext>
            </a:extLst>
          </p:cNvPr>
          <p:cNvSpPr txBox="1"/>
          <p:nvPr/>
        </p:nvSpPr>
        <p:spPr>
          <a:xfrm>
            <a:off x="2495550" y="1457325"/>
            <a:ext cx="184731" cy="369332"/>
          </a:xfrm>
          <a:prstGeom prst="rect">
            <a:avLst/>
          </a:prstGeom>
          <a:noFill/>
        </p:spPr>
        <p:txBody>
          <a:bodyPr wrap="none" rtlCol="0">
            <a:spAutoFit/>
          </a:bodyPr>
          <a:lstStyle/>
          <a:p>
            <a:endParaRPr lang="vi-VN"/>
          </a:p>
        </p:txBody>
      </p:sp>
      <p:sp>
        <p:nvSpPr>
          <p:cNvPr id="10" name="TextBox 9">
            <a:extLst>
              <a:ext uri="{FF2B5EF4-FFF2-40B4-BE49-F238E27FC236}">
                <a16:creationId xmlns:a16="http://schemas.microsoft.com/office/drawing/2014/main" id="{48AF5CE6-81F8-1E3A-0932-5E2976A8DC00}"/>
              </a:ext>
            </a:extLst>
          </p:cNvPr>
          <p:cNvSpPr txBox="1"/>
          <p:nvPr/>
        </p:nvSpPr>
        <p:spPr>
          <a:xfrm>
            <a:off x="1233485" y="2385869"/>
            <a:ext cx="9725025" cy="1077218"/>
          </a:xfrm>
          <a:prstGeom prst="rect">
            <a:avLst/>
          </a:prstGeom>
          <a:noFill/>
        </p:spPr>
        <p:txBody>
          <a:bodyPr wrap="square" rtlCol="0">
            <a:spAutoFit/>
          </a:bodyPr>
          <a:lstStyle/>
          <a:p>
            <a:pPr algn="ctr"/>
            <a:r>
              <a:rPr lang="vi-VN" sz="3200" b="1" u="sng">
                <a:solidFill>
                  <a:srgbClr val="FF0000"/>
                </a:solidFill>
              </a:rPr>
              <a:t>Đề tài:</a:t>
            </a:r>
            <a:r>
              <a:rPr lang="vi-VN" sz="3200" b="1">
                <a:solidFill>
                  <a:srgbClr val="FF0000"/>
                </a:solidFill>
              </a:rPr>
              <a:t> Xây dựng Website quản lý cơ sở vật chất</a:t>
            </a:r>
            <a:br>
              <a:rPr lang="vi-VN" sz="3200" b="1">
                <a:solidFill>
                  <a:srgbClr val="FF0000"/>
                </a:solidFill>
              </a:rPr>
            </a:br>
            <a:r>
              <a:rPr lang="vi-VN" sz="3200" b="1">
                <a:solidFill>
                  <a:srgbClr val="FF0000"/>
                </a:solidFill>
              </a:rPr>
              <a:t>Khoa Công nghệ và Kỹ thuật</a:t>
            </a:r>
          </a:p>
        </p:txBody>
      </p:sp>
      <p:sp>
        <p:nvSpPr>
          <p:cNvPr id="13" name="TextBox 12">
            <a:extLst>
              <a:ext uri="{FF2B5EF4-FFF2-40B4-BE49-F238E27FC236}">
                <a16:creationId xmlns:a16="http://schemas.microsoft.com/office/drawing/2014/main" id="{6C7E63E9-7FD3-85F4-728A-DEC32D21A5AD}"/>
              </a:ext>
            </a:extLst>
          </p:cNvPr>
          <p:cNvSpPr txBox="1"/>
          <p:nvPr/>
        </p:nvSpPr>
        <p:spPr>
          <a:xfrm>
            <a:off x="1947314" y="3628755"/>
            <a:ext cx="3480440" cy="1323439"/>
          </a:xfrm>
          <a:prstGeom prst="rect">
            <a:avLst/>
          </a:prstGeom>
          <a:noFill/>
        </p:spPr>
        <p:txBody>
          <a:bodyPr wrap="none" rtlCol="0">
            <a:spAutoFit/>
          </a:bodyPr>
          <a:lstStyle/>
          <a:p>
            <a:pPr algn="ctr">
              <a:spcBef>
                <a:spcPts val="600"/>
              </a:spcBef>
              <a:spcAft>
                <a:spcPts val="600"/>
              </a:spcAft>
            </a:pPr>
            <a:r>
              <a:rPr lang="vi-VN" sz="2000" b="1"/>
              <a:t>GIẢNG VIÊN HƯỚNG DẪN:</a:t>
            </a:r>
          </a:p>
          <a:p>
            <a:pPr algn="ctr">
              <a:spcBef>
                <a:spcPts val="600"/>
              </a:spcBef>
              <a:spcAft>
                <a:spcPts val="600"/>
              </a:spcAft>
            </a:pPr>
            <a:endParaRPr lang="vi-VN" sz="2000" b="1"/>
          </a:p>
          <a:p>
            <a:pPr algn="ctr">
              <a:spcBef>
                <a:spcPts val="600"/>
              </a:spcBef>
              <a:spcAft>
                <a:spcPts val="600"/>
              </a:spcAft>
            </a:pPr>
            <a:r>
              <a:rPr lang="vi-VN" sz="2000" b="1"/>
              <a:t>TS. Trần Hữu Anh</a:t>
            </a:r>
          </a:p>
        </p:txBody>
      </p:sp>
      <p:sp>
        <p:nvSpPr>
          <p:cNvPr id="15" name="TextBox 14">
            <a:extLst>
              <a:ext uri="{FF2B5EF4-FFF2-40B4-BE49-F238E27FC236}">
                <a16:creationId xmlns:a16="http://schemas.microsoft.com/office/drawing/2014/main" id="{3FBFA476-D2EC-C20F-EB2E-A4FCFBCFD594}"/>
              </a:ext>
            </a:extLst>
          </p:cNvPr>
          <p:cNvSpPr txBox="1"/>
          <p:nvPr/>
        </p:nvSpPr>
        <p:spPr>
          <a:xfrm>
            <a:off x="4714851" y="6380900"/>
            <a:ext cx="2762295" cy="369332"/>
          </a:xfrm>
          <a:prstGeom prst="rect">
            <a:avLst/>
          </a:prstGeom>
          <a:noFill/>
        </p:spPr>
        <p:txBody>
          <a:bodyPr wrap="none" rtlCol="0">
            <a:spAutoFit/>
          </a:bodyPr>
          <a:lstStyle/>
          <a:p>
            <a:r>
              <a:rPr lang="vi-VN" b="1"/>
              <a:t>Thái Bình, tháng 3/2025</a:t>
            </a:r>
          </a:p>
        </p:txBody>
      </p:sp>
      <p:sp>
        <p:nvSpPr>
          <p:cNvPr id="16" name="TextBox 15">
            <a:extLst>
              <a:ext uri="{FF2B5EF4-FFF2-40B4-BE49-F238E27FC236}">
                <a16:creationId xmlns:a16="http://schemas.microsoft.com/office/drawing/2014/main" id="{607076EB-D205-822A-792D-03BDBF38FBC4}"/>
              </a:ext>
            </a:extLst>
          </p:cNvPr>
          <p:cNvSpPr txBox="1"/>
          <p:nvPr/>
        </p:nvSpPr>
        <p:spPr>
          <a:xfrm>
            <a:off x="3054138" y="118463"/>
            <a:ext cx="6083717" cy="1015663"/>
          </a:xfrm>
          <a:prstGeom prst="rect">
            <a:avLst/>
          </a:prstGeom>
          <a:noFill/>
        </p:spPr>
        <p:txBody>
          <a:bodyPr wrap="none" rtlCol="0">
            <a:spAutoFit/>
          </a:bodyPr>
          <a:lstStyle/>
          <a:p>
            <a:pPr algn="ctr"/>
            <a:r>
              <a:rPr lang="vi-VN" sz="2400">
                <a:solidFill>
                  <a:srgbClr val="FF0000"/>
                </a:solidFill>
              </a:rPr>
              <a:t>TRƯỜNG ĐẠI HỌC THÁI BÌNH</a:t>
            </a:r>
          </a:p>
          <a:p>
            <a:pPr algn="ctr"/>
            <a:r>
              <a:rPr lang="vi-VN" sz="3600">
                <a:solidFill>
                  <a:srgbClr val="FF0000"/>
                </a:solidFill>
              </a:rPr>
              <a:t>Khoa Công nghệ và Kỹ thuật</a:t>
            </a:r>
          </a:p>
        </p:txBody>
      </p:sp>
      <p:sp>
        <p:nvSpPr>
          <p:cNvPr id="17" name="TextBox 16">
            <a:extLst>
              <a:ext uri="{FF2B5EF4-FFF2-40B4-BE49-F238E27FC236}">
                <a16:creationId xmlns:a16="http://schemas.microsoft.com/office/drawing/2014/main" id="{1A97D40A-A3F7-8FAF-393A-B7666D5DB309}"/>
              </a:ext>
            </a:extLst>
          </p:cNvPr>
          <p:cNvSpPr txBox="1"/>
          <p:nvPr/>
        </p:nvSpPr>
        <p:spPr>
          <a:xfrm>
            <a:off x="1199958" y="1241882"/>
            <a:ext cx="9792075" cy="1077218"/>
          </a:xfrm>
          <a:prstGeom prst="rect">
            <a:avLst/>
          </a:prstGeom>
          <a:noFill/>
        </p:spPr>
        <p:txBody>
          <a:bodyPr wrap="square" rtlCol="0">
            <a:spAutoFit/>
          </a:bodyPr>
          <a:lstStyle/>
          <a:p>
            <a:pPr algn="ctr"/>
            <a:r>
              <a:rPr lang="vi-VN" sz="3200" b="1">
                <a:solidFill>
                  <a:srgbClr val="7030A0"/>
                </a:solidFill>
              </a:rPr>
              <a:t>HỘI NGHỊ SINH VIÊN NGHIÊN CỨU KHOA HỌC CẤP TRƯỜNG</a:t>
            </a:r>
          </a:p>
        </p:txBody>
      </p:sp>
    </p:spTree>
    <p:extLst>
      <p:ext uri="{BB962C8B-B14F-4D97-AF65-F5344CB8AC3E}">
        <p14:creationId xmlns:p14="http://schemas.microsoft.com/office/powerpoint/2010/main" val="2150120621"/>
      </p:ext>
    </p:extLst>
  </p:cSld>
  <p:clrMapOvr>
    <a:masterClrMapping/>
  </p:clrMapOvr>
  <p:transition spd="slow">
    <p:circle/>
  </p:transition>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1000" b="-1000"/>
          </a:stretch>
        </a:blipFill>
        <a:effectLst/>
      </p:bgPr>
    </p:bg>
    <p:spTree>
      <p:nvGrpSpPr>
        <p:cNvPr id="1" name="">
          <a:extLst>
            <a:ext uri="{FF2B5EF4-FFF2-40B4-BE49-F238E27FC236}">
              <a16:creationId xmlns:a16="http://schemas.microsoft.com/office/drawing/2014/main" id="{75CF7FF3-4F99-06AF-155E-1070D1079602}"/>
            </a:ext>
          </a:extLst>
        </p:cNvPr>
        <p:cNvGrpSpPr/>
        <p:nvPr/>
      </p:nvGrpSpPr>
      <p:grpSpPr>
        <a:xfrm>
          <a:off x="0" y="0"/>
          <a:ext cx="0" cy="0"/>
          <a:chOff x="0" y="0"/>
          <a:chExt cx="0" cy="0"/>
        </a:xfrm>
      </p:grpSpPr>
      <p:sp>
        <p:nvSpPr>
          <p:cNvPr id="18" name="Text 0">
            <a:extLst>
              <a:ext uri="{FF2B5EF4-FFF2-40B4-BE49-F238E27FC236}">
                <a16:creationId xmlns:a16="http://schemas.microsoft.com/office/drawing/2014/main" id="{DB03BA8B-2010-874A-209D-C28DDC7DD37A}"/>
              </a:ext>
            </a:extLst>
          </p:cNvPr>
          <p:cNvSpPr/>
          <p:nvPr/>
        </p:nvSpPr>
        <p:spPr>
          <a:xfrm>
            <a:off x="1674373" y="1866908"/>
            <a:ext cx="8843254" cy="3610473"/>
          </a:xfrm>
          <a:prstGeom prst="rect">
            <a:avLst/>
          </a:prstGeom>
          <a:noFill/>
          <a:ln/>
        </p:spPr>
        <p:txBody>
          <a:bodyPr wrap="square" lIns="0" tIns="0" rIns="0" bIns="0" rtlCol="0" anchor="t"/>
          <a:lstStyle/>
          <a:p>
            <a:pPr>
              <a:spcBef>
                <a:spcPts val="600"/>
              </a:spcBef>
              <a:spcAft>
                <a:spcPts val="600"/>
              </a:spcAft>
              <a:defRPr/>
            </a:pPr>
            <a:r>
              <a:rPr lang="vi-VN" sz="4000" b="1" spc="-50">
                <a:solidFill>
                  <a:srgbClr val="000000">
                    <a:lumMod val="75000"/>
                    <a:lumOff val="25000"/>
                  </a:srgbClr>
                </a:solidFill>
                <a:latin typeface="Arial" panose="020B0604020202020204" pitchFamily="34" charset="0"/>
                <a:ea typeface="+mj-ea"/>
                <a:cs typeface="Arial" panose="020B0604020202020204" pitchFamily="34" charset="0"/>
              </a:rPr>
              <a:t>I. Mở đầu.</a:t>
            </a:r>
          </a:p>
          <a:p>
            <a:pPr>
              <a:spcBef>
                <a:spcPts val="600"/>
              </a:spcBef>
              <a:spcAft>
                <a:spcPts val="600"/>
              </a:spcAft>
              <a:defRPr/>
            </a:pPr>
            <a:r>
              <a:rPr lang="vi-VN" sz="4000" b="1" spc="-50">
                <a:solidFill>
                  <a:srgbClr val="000000">
                    <a:lumMod val="75000"/>
                    <a:lumOff val="25000"/>
                  </a:srgbClr>
                </a:solidFill>
                <a:latin typeface="Arial" panose="020B0604020202020204" pitchFamily="34" charset="0"/>
                <a:ea typeface="+mj-ea"/>
                <a:cs typeface="Arial" panose="020B0604020202020204" pitchFamily="34" charset="0"/>
              </a:rPr>
              <a:t>II. Cơ sở dữ liệu.</a:t>
            </a:r>
          </a:p>
          <a:p>
            <a:pPr>
              <a:spcBef>
                <a:spcPts val="600"/>
              </a:spcBef>
              <a:spcAft>
                <a:spcPts val="600"/>
              </a:spcAft>
              <a:defRPr/>
            </a:pPr>
            <a:r>
              <a:rPr lang="vi-VN" sz="4000" b="1" spc="-50">
                <a:solidFill>
                  <a:srgbClr val="000000">
                    <a:lumMod val="75000"/>
                    <a:lumOff val="25000"/>
                  </a:srgbClr>
                </a:solidFill>
                <a:latin typeface="Arial" panose="020B0604020202020204" pitchFamily="34" charset="0"/>
                <a:ea typeface="+mj-ea"/>
                <a:cs typeface="Arial" panose="020B0604020202020204" pitchFamily="34" charset="0"/>
              </a:rPr>
              <a:t>III. Các chức năng chính.</a:t>
            </a:r>
          </a:p>
          <a:p>
            <a:pPr>
              <a:spcBef>
                <a:spcPts val="600"/>
              </a:spcBef>
              <a:spcAft>
                <a:spcPts val="600"/>
              </a:spcAft>
              <a:defRPr/>
            </a:pPr>
            <a:r>
              <a:rPr lang="vi-VN" sz="4000" b="1" spc="-50">
                <a:solidFill>
                  <a:srgbClr val="000000">
                    <a:lumMod val="75000"/>
                    <a:lumOff val="25000"/>
                  </a:srgbClr>
                </a:solidFill>
                <a:latin typeface="Arial" panose="020B0604020202020204" pitchFamily="34" charset="0"/>
                <a:ea typeface="+mj-ea"/>
                <a:cs typeface="Arial" panose="020B0604020202020204" pitchFamily="34" charset="0"/>
              </a:rPr>
              <a:t>IV. Demo sản phẩm.</a:t>
            </a:r>
          </a:p>
        </p:txBody>
      </p:sp>
      <p:sp>
        <p:nvSpPr>
          <p:cNvPr id="9" name="TextBox 8">
            <a:extLst>
              <a:ext uri="{FF2B5EF4-FFF2-40B4-BE49-F238E27FC236}">
                <a16:creationId xmlns:a16="http://schemas.microsoft.com/office/drawing/2014/main" id="{65129630-EE42-CD20-8EB0-FEB799838267}"/>
              </a:ext>
            </a:extLst>
          </p:cNvPr>
          <p:cNvSpPr txBox="1"/>
          <p:nvPr/>
        </p:nvSpPr>
        <p:spPr>
          <a:xfrm>
            <a:off x="5075176" y="7349825"/>
            <a:ext cx="6286500" cy="403316"/>
          </a:xfrm>
          <a:prstGeom prst="rect">
            <a:avLst/>
          </a:prstGeom>
          <a:noFill/>
        </p:spPr>
        <p:txBody>
          <a:bodyPr wrap="square">
            <a:spAutoFit/>
          </a:bodyPr>
          <a:lstStyle/>
          <a:p>
            <a:pPr defTabSz="761970">
              <a:lnSpc>
                <a:spcPts val="2583"/>
              </a:lnSpc>
            </a:pPr>
            <a:endParaRPr lang="en-US" sz="1800">
              <a:solidFill>
                <a:schemeClr val="bg1"/>
              </a:solidFill>
              <a:latin typeface="Inter" pitchFamily="34" charset="0"/>
              <a:ea typeface="Inter" pitchFamily="34" charset="-122"/>
            </a:endParaRPr>
          </a:p>
        </p:txBody>
      </p:sp>
      <p:sp>
        <p:nvSpPr>
          <p:cNvPr id="3" name="TextBox 2">
            <a:extLst>
              <a:ext uri="{FF2B5EF4-FFF2-40B4-BE49-F238E27FC236}">
                <a16:creationId xmlns:a16="http://schemas.microsoft.com/office/drawing/2014/main" id="{9B5D0D68-FBF7-2CC2-486F-22354B7FDBA1}"/>
              </a:ext>
            </a:extLst>
          </p:cNvPr>
          <p:cNvSpPr txBox="1"/>
          <p:nvPr/>
        </p:nvSpPr>
        <p:spPr>
          <a:xfrm>
            <a:off x="4464784" y="847725"/>
            <a:ext cx="3262432" cy="830997"/>
          </a:xfrm>
          <a:prstGeom prst="rect">
            <a:avLst/>
          </a:prstGeom>
          <a:noFill/>
        </p:spPr>
        <p:txBody>
          <a:bodyPr wrap="none" rtlCol="0">
            <a:spAutoFit/>
          </a:bodyPr>
          <a:lstStyle/>
          <a:p>
            <a:pPr algn="ctr"/>
            <a:r>
              <a:rPr lang="vi-VN" sz="4800" b="1"/>
              <a:t>NỘI DUNG</a:t>
            </a:r>
          </a:p>
        </p:txBody>
      </p:sp>
    </p:spTree>
    <p:extLst>
      <p:ext uri="{BB962C8B-B14F-4D97-AF65-F5344CB8AC3E}">
        <p14:creationId xmlns:p14="http://schemas.microsoft.com/office/powerpoint/2010/main" val="15258075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1000" b="-1000"/>
          </a:stretch>
        </a:blipFill>
        <a:effectLst/>
      </p:bgPr>
    </p:bg>
    <p:spTree>
      <p:nvGrpSpPr>
        <p:cNvPr id="1" name=""/>
        <p:cNvGrpSpPr/>
        <p:nvPr/>
      </p:nvGrpSpPr>
      <p:grpSpPr>
        <a:xfrm>
          <a:off x="0" y="0"/>
          <a:ext cx="0" cy="0"/>
          <a:chOff x="0" y="0"/>
          <a:chExt cx="0" cy="0"/>
        </a:xfrm>
      </p:grpSpPr>
      <p:sp>
        <p:nvSpPr>
          <p:cNvPr id="18" name="Text 0">
            <a:extLst>
              <a:ext uri="{FF2B5EF4-FFF2-40B4-BE49-F238E27FC236}">
                <a16:creationId xmlns:a16="http://schemas.microsoft.com/office/drawing/2014/main" id="{C4762539-CE0B-4E7A-94A3-5A29E4A7C525}"/>
              </a:ext>
            </a:extLst>
          </p:cNvPr>
          <p:cNvSpPr/>
          <p:nvPr/>
        </p:nvSpPr>
        <p:spPr>
          <a:xfrm>
            <a:off x="4596709" y="3095377"/>
            <a:ext cx="2998583" cy="667247"/>
          </a:xfrm>
          <a:prstGeom prst="rect">
            <a:avLst/>
          </a:prstGeom>
          <a:noFill/>
          <a:ln/>
        </p:spPr>
        <p:txBody>
          <a:bodyPr wrap="square" lIns="0" tIns="0" rIns="0" bIns="0" rtlCol="0" anchor="t"/>
          <a:lstStyle/>
          <a:p>
            <a:pPr algn="ctr">
              <a:spcBef>
                <a:spcPts val="600"/>
              </a:spcBef>
              <a:spcAft>
                <a:spcPts val="600"/>
              </a:spcAft>
              <a:defRPr/>
            </a:pPr>
            <a:r>
              <a:rPr lang="vi-VN" sz="4800" b="1" spc="-50">
                <a:solidFill>
                  <a:srgbClr val="000000">
                    <a:lumMod val="75000"/>
                    <a:lumOff val="25000"/>
                  </a:srgbClr>
                </a:solidFill>
                <a:latin typeface="Arial" panose="020B0604020202020204" pitchFamily="34" charset="0"/>
                <a:ea typeface="+mj-ea"/>
                <a:cs typeface="Arial" panose="020B0604020202020204" pitchFamily="34" charset="0"/>
              </a:rPr>
              <a:t>I. Mở đầu.</a:t>
            </a:r>
          </a:p>
        </p:txBody>
      </p:sp>
      <p:sp>
        <p:nvSpPr>
          <p:cNvPr id="9" name="TextBox 8">
            <a:extLst>
              <a:ext uri="{FF2B5EF4-FFF2-40B4-BE49-F238E27FC236}">
                <a16:creationId xmlns:a16="http://schemas.microsoft.com/office/drawing/2014/main" id="{0D91F291-2CE0-4BE0-92F6-801A54B0DA9B}"/>
              </a:ext>
            </a:extLst>
          </p:cNvPr>
          <p:cNvSpPr txBox="1"/>
          <p:nvPr/>
        </p:nvSpPr>
        <p:spPr>
          <a:xfrm>
            <a:off x="5075176" y="7349825"/>
            <a:ext cx="6286500" cy="403316"/>
          </a:xfrm>
          <a:prstGeom prst="rect">
            <a:avLst/>
          </a:prstGeom>
          <a:noFill/>
        </p:spPr>
        <p:txBody>
          <a:bodyPr wrap="square">
            <a:spAutoFit/>
          </a:bodyPr>
          <a:lstStyle/>
          <a:p>
            <a:pPr defTabSz="761970">
              <a:lnSpc>
                <a:spcPts val="2583"/>
              </a:lnSpc>
            </a:pPr>
            <a:endParaRPr lang="en-US" sz="1800">
              <a:solidFill>
                <a:schemeClr val="bg1"/>
              </a:solidFill>
              <a:latin typeface="Inter" pitchFamily="34" charset="0"/>
              <a:ea typeface="Inter" pitchFamily="34" charset="-122"/>
            </a:endParaRPr>
          </a:p>
        </p:txBody>
      </p:sp>
      <p:pic>
        <p:nvPicPr>
          <p:cNvPr id="3" name="Picture 4">
            <a:extLst>
              <a:ext uri="{FF2B5EF4-FFF2-40B4-BE49-F238E27FC236}">
                <a16:creationId xmlns:a16="http://schemas.microsoft.com/office/drawing/2014/main" id="{4C809C58-D8B9-30C4-E576-CC5C39BE72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8740" y="6858000"/>
            <a:ext cx="9854518" cy="7172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92339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000" b="-2000"/>
          </a:stretch>
        </a:blipFill>
        <a:effectLst/>
      </p:bgPr>
    </p:bg>
    <p:spTree>
      <p:nvGrpSpPr>
        <p:cNvPr id="1" name=""/>
        <p:cNvGrpSpPr/>
        <p:nvPr/>
      </p:nvGrpSpPr>
      <p:grpSpPr>
        <a:xfrm>
          <a:off x="0" y="0"/>
          <a:ext cx="0" cy="0"/>
          <a:chOff x="0" y="0"/>
          <a:chExt cx="0" cy="0"/>
        </a:xfrm>
      </p:grpSpPr>
      <p:sp>
        <p:nvSpPr>
          <p:cNvPr id="7" name="Text 1">
            <a:extLst>
              <a:ext uri="{FF2B5EF4-FFF2-40B4-BE49-F238E27FC236}">
                <a16:creationId xmlns:a16="http://schemas.microsoft.com/office/drawing/2014/main" id="{F79CEDCE-3491-4C41-8644-530F32BF13EE}"/>
              </a:ext>
            </a:extLst>
          </p:cNvPr>
          <p:cNvSpPr/>
          <p:nvPr/>
        </p:nvSpPr>
        <p:spPr>
          <a:xfrm>
            <a:off x="4945067" y="2004391"/>
            <a:ext cx="6179939" cy="4442447"/>
          </a:xfrm>
          <a:prstGeom prst="rect">
            <a:avLst/>
          </a:prstGeom>
          <a:noFill/>
          <a:ln/>
        </p:spPr>
        <p:txBody>
          <a:bodyPr wrap="square" lIns="0" tIns="0" rIns="0" bIns="0" rtlCol="0" anchor="t"/>
          <a:lstStyle/>
          <a:p>
            <a:pPr defTabSz="761970">
              <a:lnSpc>
                <a:spcPts val="2583"/>
              </a:lnSpc>
            </a:pPr>
            <a:endParaRPr lang="en-US" sz="2400">
              <a:solidFill>
                <a:schemeClr val="bg1"/>
              </a:solidFill>
              <a:latin typeface="Calibri" panose="020F0502020204030204"/>
            </a:endParaRPr>
          </a:p>
        </p:txBody>
      </p:sp>
      <p:pic>
        <p:nvPicPr>
          <p:cNvPr id="9" name="Picture 8" descr="A screen shot of a diagram&#10;&#10;AI-generated content may be incorrect.">
            <a:extLst>
              <a:ext uri="{FF2B5EF4-FFF2-40B4-BE49-F238E27FC236}">
                <a16:creationId xmlns:a16="http://schemas.microsoft.com/office/drawing/2014/main" id="{84EB58C7-D522-18BF-1163-28B8CCF849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3619" y="-154069"/>
            <a:ext cx="9860973" cy="7438096"/>
          </a:xfrm>
          <a:prstGeom prst="rect">
            <a:avLst/>
          </a:prstGeom>
        </p:spPr>
      </p:pic>
    </p:spTree>
    <p:extLst>
      <p:ext uri="{BB962C8B-B14F-4D97-AF65-F5344CB8AC3E}">
        <p14:creationId xmlns:p14="http://schemas.microsoft.com/office/powerpoint/2010/main" val="42947408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2C951FE6-7E1A-D4A1-E226-B5053C7DC619}"/>
            </a:ext>
          </a:extLst>
        </p:cNvPr>
        <p:cNvGrpSpPr/>
        <p:nvPr/>
      </p:nvGrpSpPr>
      <p:grpSpPr>
        <a:xfrm>
          <a:off x="0" y="0"/>
          <a:ext cx="0" cy="0"/>
          <a:chOff x="0" y="0"/>
          <a:chExt cx="0" cy="0"/>
        </a:xfrm>
      </p:grpSpPr>
      <p:sp>
        <p:nvSpPr>
          <p:cNvPr id="7" name="Text 1">
            <a:extLst>
              <a:ext uri="{FF2B5EF4-FFF2-40B4-BE49-F238E27FC236}">
                <a16:creationId xmlns:a16="http://schemas.microsoft.com/office/drawing/2014/main" id="{DD6B9FFD-A87E-6D9B-6137-F1962BC99A37}"/>
              </a:ext>
            </a:extLst>
          </p:cNvPr>
          <p:cNvSpPr/>
          <p:nvPr/>
        </p:nvSpPr>
        <p:spPr>
          <a:xfrm>
            <a:off x="4482671" y="3022701"/>
            <a:ext cx="6032928" cy="4001553"/>
          </a:xfrm>
          <a:prstGeom prst="rect">
            <a:avLst/>
          </a:prstGeom>
          <a:noFill/>
          <a:ln/>
        </p:spPr>
        <p:txBody>
          <a:bodyPr wrap="square" lIns="0" tIns="0" rIns="0" bIns="0" rtlCol="0" anchor="t"/>
          <a:lstStyle/>
          <a:p>
            <a:pPr defTabSz="761970">
              <a:lnSpc>
                <a:spcPts val="2583"/>
              </a:lnSpc>
            </a:pPr>
            <a:endParaRPr lang="en-US" sz="2400">
              <a:solidFill>
                <a:schemeClr val="bg1"/>
              </a:solidFill>
              <a:latin typeface="Calibri" panose="020F0502020204030204"/>
            </a:endParaRPr>
          </a:p>
        </p:txBody>
      </p:sp>
      <p:grpSp>
        <p:nvGrpSpPr>
          <p:cNvPr id="13" name="Group 12">
            <a:extLst>
              <a:ext uri="{FF2B5EF4-FFF2-40B4-BE49-F238E27FC236}">
                <a16:creationId xmlns:a16="http://schemas.microsoft.com/office/drawing/2014/main" id="{3F98F6F8-D612-2CE2-7D7B-09A182FDDD32}"/>
              </a:ext>
            </a:extLst>
          </p:cNvPr>
          <p:cNvGrpSpPr/>
          <p:nvPr/>
        </p:nvGrpSpPr>
        <p:grpSpPr>
          <a:xfrm>
            <a:off x="729094" y="1091046"/>
            <a:ext cx="9955052" cy="1582261"/>
            <a:chOff x="1382183" y="-747091"/>
            <a:chExt cx="10529457" cy="1931656"/>
          </a:xfrm>
        </p:grpSpPr>
        <p:sp>
          <p:nvSpPr>
            <p:cNvPr id="14" name="Oval 13">
              <a:extLst>
                <a:ext uri="{FF2B5EF4-FFF2-40B4-BE49-F238E27FC236}">
                  <a16:creationId xmlns:a16="http://schemas.microsoft.com/office/drawing/2014/main" id="{2B5B9243-DE11-6AD2-BE6C-9C8D9BEF58FD}"/>
                </a:ext>
              </a:extLst>
            </p:cNvPr>
            <p:cNvSpPr/>
            <p:nvPr/>
          </p:nvSpPr>
          <p:spPr>
            <a:xfrm>
              <a:off x="1382183" y="-176118"/>
              <a:ext cx="789709" cy="78970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a:t>1</a:t>
              </a:r>
            </a:p>
          </p:txBody>
        </p:sp>
        <p:sp>
          <p:nvSpPr>
            <p:cNvPr id="15" name="Rectangle: Rounded Corners 14">
              <a:extLst>
                <a:ext uri="{FF2B5EF4-FFF2-40B4-BE49-F238E27FC236}">
                  <a16:creationId xmlns:a16="http://schemas.microsoft.com/office/drawing/2014/main" id="{DBE04682-A0DB-F13E-8D20-E7619A0DC0EE}"/>
                </a:ext>
              </a:extLst>
            </p:cNvPr>
            <p:cNvSpPr/>
            <p:nvPr/>
          </p:nvSpPr>
          <p:spPr>
            <a:xfrm>
              <a:off x="2483427" y="-747091"/>
              <a:ext cx="9428213" cy="19316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1"/>
                <a:t>Quản lý tập trung – khoa học:</a:t>
              </a:r>
              <a:br>
                <a:rPr lang="vi-VN"/>
              </a:br>
              <a:r>
                <a:rPr lang="vi-VN"/>
                <a:t>Tất cả thông tin thiết bị, phòng học, tình trạng sử dụng được lưu trữ và quản lý trong một hệ thống duy nhất, giúp dễ dàng kiểm tra, cập nhật và thống kê.</a:t>
              </a:r>
            </a:p>
            <a:p>
              <a:pPr algn="ctr"/>
              <a:endParaRPr lang="vi-VN"/>
            </a:p>
          </p:txBody>
        </p:sp>
      </p:grpSp>
      <p:grpSp>
        <p:nvGrpSpPr>
          <p:cNvPr id="16" name="Group 15">
            <a:extLst>
              <a:ext uri="{FF2B5EF4-FFF2-40B4-BE49-F238E27FC236}">
                <a16:creationId xmlns:a16="http://schemas.microsoft.com/office/drawing/2014/main" id="{A122D19D-32AB-B00E-772F-C68D174CAFA1}"/>
              </a:ext>
            </a:extLst>
          </p:cNvPr>
          <p:cNvGrpSpPr/>
          <p:nvPr/>
        </p:nvGrpSpPr>
        <p:grpSpPr>
          <a:xfrm>
            <a:off x="729093" y="3209174"/>
            <a:ext cx="9955053" cy="1282123"/>
            <a:chOff x="1491094" y="394856"/>
            <a:chExt cx="10197638" cy="1423388"/>
          </a:xfrm>
        </p:grpSpPr>
        <p:sp>
          <p:nvSpPr>
            <p:cNvPr id="17" name="Oval 16">
              <a:extLst>
                <a:ext uri="{FF2B5EF4-FFF2-40B4-BE49-F238E27FC236}">
                  <a16:creationId xmlns:a16="http://schemas.microsoft.com/office/drawing/2014/main" id="{3DD7C770-8969-1F94-A1CE-8CD88C308FC5}"/>
                </a:ext>
              </a:extLst>
            </p:cNvPr>
            <p:cNvSpPr/>
            <p:nvPr/>
          </p:nvSpPr>
          <p:spPr>
            <a:xfrm>
              <a:off x="1491094" y="831250"/>
              <a:ext cx="789709" cy="78970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a:t>2</a:t>
              </a:r>
            </a:p>
          </p:txBody>
        </p:sp>
        <p:sp>
          <p:nvSpPr>
            <p:cNvPr id="18" name="Rectangle: Rounded Corners 17">
              <a:extLst>
                <a:ext uri="{FF2B5EF4-FFF2-40B4-BE49-F238E27FC236}">
                  <a16:creationId xmlns:a16="http://schemas.microsoft.com/office/drawing/2014/main" id="{FF140754-B306-6823-D94F-55DFECAE9E18}"/>
                </a:ext>
              </a:extLst>
            </p:cNvPr>
            <p:cNvSpPr/>
            <p:nvPr/>
          </p:nvSpPr>
          <p:spPr>
            <a:xfrm>
              <a:off x="2592338" y="394856"/>
              <a:ext cx="9096394" cy="142338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1"/>
                <a:t>Tiết kiệm thời gian và công sức:</a:t>
              </a:r>
              <a:br>
                <a:rPr lang="vi-VN"/>
              </a:br>
              <a:r>
                <a:rPr lang="vi-VN"/>
                <a:t>Người quản lý có thể lọc, sắp xếp và truy xuất dữ liệu nhanh chóng thông qua các chức năng danh mục có sẵn, thay vì xử lý thủ công bằng sổ sách.</a:t>
              </a:r>
            </a:p>
            <a:p>
              <a:pPr algn="ctr"/>
              <a:endParaRPr lang="vi-VN"/>
            </a:p>
          </p:txBody>
        </p:sp>
      </p:grpSp>
      <p:grpSp>
        <p:nvGrpSpPr>
          <p:cNvPr id="19" name="Group 18">
            <a:extLst>
              <a:ext uri="{FF2B5EF4-FFF2-40B4-BE49-F238E27FC236}">
                <a16:creationId xmlns:a16="http://schemas.microsoft.com/office/drawing/2014/main" id="{50B61B93-2829-EEEE-3BE3-A4F29FF4D0E8}"/>
              </a:ext>
            </a:extLst>
          </p:cNvPr>
          <p:cNvGrpSpPr/>
          <p:nvPr/>
        </p:nvGrpSpPr>
        <p:grpSpPr>
          <a:xfrm>
            <a:off x="729093" y="5030380"/>
            <a:ext cx="9955053" cy="1599471"/>
            <a:chOff x="1382183" y="581325"/>
            <a:chExt cx="10529456" cy="2108175"/>
          </a:xfrm>
        </p:grpSpPr>
        <p:sp>
          <p:nvSpPr>
            <p:cNvPr id="20" name="Oval 19">
              <a:extLst>
                <a:ext uri="{FF2B5EF4-FFF2-40B4-BE49-F238E27FC236}">
                  <a16:creationId xmlns:a16="http://schemas.microsoft.com/office/drawing/2014/main" id="{88EABB13-A4F3-24E8-749A-45DABAE43B9B}"/>
                </a:ext>
              </a:extLst>
            </p:cNvPr>
            <p:cNvSpPr/>
            <p:nvPr/>
          </p:nvSpPr>
          <p:spPr>
            <a:xfrm>
              <a:off x="1382183" y="1240557"/>
              <a:ext cx="789709" cy="78970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a:t>3</a:t>
              </a:r>
            </a:p>
          </p:txBody>
        </p:sp>
        <p:sp>
          <p:nvSpPr>
            <p:cNvPr id="21" name="Rectangle: Rounded Corners 20">
              <a:extLst>
                <a:ext uri="{FF2B5EF4-FFF2-40B4-BE49-F238E27FC236}">
                  <a16:creationId xmlns:a16="http://schemas.microsoft.com/office/drawing/2014/main" id="{A1D6F59F-71C3-331F-B965-40C4C195F4EB}"/>
                </a:ext>
              </a:extLst>
            </p:cNvPr>
            <p:cNvSpPr/>
            <p:nvPr/>
          </p:nvSpPr>
          <p:spPr>
            <a:xfrm>
              <a:off x="2566554" y="581325"/>
              <a:ext cx="9345085" cy="21081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1"/>
                <a:t>Quản lý bảo trì thiết bị hiệu quả hơn:</a:t>
              </a:r>
              <a:br>
                <a:rPr lang="vi-VN"/>
              </a:br>
              <a:r>
                <a:rPr lang="vi-VN"/>
                <a:t>Phần mềm hiển thị tình trạng thiết bị, ghi nhận lịch sử chuyển thiết bị giữa các phòng và và hiển thị tình trạng thiết bị từ đó giúp hỗ trợ lập kế hoạch bảo trì định kỳ theo từng nhóm thiết bị hoặc phòng học.</a:t>
              </a:r>
            </a:p>
            <a:p>
              <a:pPr algn="ctr"/>
              <a:endParaRPr lang="vi-VN"/>
            </a:p>
          </p:txBody>
        </p:sp>
      </p:grpSp>
      <p:sp>
        <p:nvSpPr>
          <p:cNvPr id="26" name="TextBox 25">
            <a:extLst>
              <a:ext uri="{FF2B5EF4-FFF2-40B4-BE49-F238E27FC236}">
                <a16:creationId xmlns:a16="http://schemas.microsoft.com/office/drawing/2014/main" id="{EBBCA39E-FBF0-48E0-3EFC-925974B8B2A2}"/>
              </a:ext>
            </a:extLst>
          </p:cNvPr>
          <p:cNvSpPr txBox="1"/>
          <p:nvPr/>
        </p:nvSpPr>
        <p:spPr>
          <a:xfrm>
            <a:off x="3172620" y="212980"/>
            <a:ext cx="8653029" cy="523220"/>
          </a:xfrm>
          <a:prstGeom prst="rect">
            <a:avLst/>
          </a:prstGeom>
          <a:noFill/>
        </p:spPr>
        <p:txBody>
          <a:bodyPr wrap="square">
            <a:spAutoFit/>
          </a:bodyPr>
          <a:lstStyle/>
          <a:p>
            <a:r>
              <a:rPr lang="vi-VN" sz="2800" b="1"/>
              <a:t>Lợi ích phần mềm mang lại</a:t>
            </a:r>
          </a:p>
        </p:txBody>
      </p:sp>
    </p:spTree>
    <p:extLst>
      <p:ext uri="{BB962C8B-B14F-4D97-AF65-F5344CB8AC3E}">
        <p14:creationId xmlns:p14="http://schemas.microsoft.com/office/powerpoint/2010/main" val="17325434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DD1AE198-67B3-C36C-6A10-A9F8C8B36498}"/>
            </a:ext>
          </a:extLst>
        </p:cNvPr>
        <p:cNvGrpSpPr/>
        <p:nvPr/>
      </p:nvGrpSpPr>
      <p:grpSpPr>
        <a:xfrm>
          <a:off x="0" y="0"/>
          <a:ext cx="0" cy="0"/>
          <a:chOff x="0" y="0"/>
          <a:chExt cx="0" cy="0"/>
        </a:xfrm>
      </p:grpSpPr>
      <p:sp>
        <p:nvSpPr>
          <p:cNvPr id="7" name="Text 1">
            <a:extLst>
              <a:ext uri="{FF2B5EF4-FFF2-40B4-BE49-F238E27FC236}">
                <a16:creationId xmlns:a16="http://schemas.microsoft.com/office/drawing/2014/main" id="{A3811828-E877-1F42-09F7-81BBF0A3173A}"/>
              </a:ext>
            </a:extLst>
          </p:cNvPr>
          <p:cNvSpPr/>
          <p:nvPr/>
        </p:nvSpPr>
        <p:spPr>
          <a:xfrm>
            <a:off x="4726859" y="2669410"/>
            <a:ext cx="5789628" cy="4047313"/>
          </a:xfrm>
          <a:prstGeom prst="rect">
            <a:avLst/>
          </a:prstGeom>
          <a:noFill/>
          <a:ln/>
        </p:spPr>
        <p:txBody>
          <a:bodyPr wrap="square" lIns="0" tIns="0" rIns="0" bIns="0" rtlCol="0" anchor="t"/>
          <a:lstStyle/>
          <a:p>
            <a:pPr defTabSz="761970">
              <a:lnSpc>
                <a:spcPts val="2583"/>
              </a:lnSpc>
            </a:pPr>
            <a:endParaRPr lang="en-US" sz="2400">
              <a:solidFill>
                <a:schemeClr val="bg1"/>
              </a:solidFill>
              <a:latin typeface="Calibri" panose="020F0502020204030204"/>
            </a:endParaRPr>
          </a:p>
        </p:txBody>
      </p:sp>
      <p:grpSp>
        <p:nvGrpSpPr>
          <p:cNvPr id="13" name="Group 12">
            <a:extLst>
              <a:ext uri="{FF2B5EF4-FFF2-40B4-BE49-F238E27FC236}">
                <a16:creationId xmlns:a16="http://schemas.microsoft.com/office/drawing/2014/main" id="{7AABED51-7209-D4B2-9173-C601C06E1C59}"/>
              </a:ext>
            </a:extLst>
          </p:cNvPr>
          <p:cNvGrpSpPr/>
          <p:nvPr/>
        </p:nvGrpSpPr>
        <p:grpSpPr>
          <a:xfrm>
            <a:off x="973281" y="737755"/>
            <a:ext cx="9864440" cy="1443157"/>
            <a:chOff x="1382183" y="-747091"/>
            <a:chExt cx="10529457" cy="1584051"/>
          </a:xfrm>
        </p:grpSpPr>
        <p:sp>
          <p:nvSpPr>
            <p:cNvPr id="14" name="Oval 13">
              <a:extLst>
                <a:ext uri="{FF2B5EF4-FFF2-40B4-BE49-F238E27FC236}">
                  <a16:creationId xmlns:a16="http://schemas.microsoft.com/office/drawing/2014/main" id="{2F11001C-E629-9C74-40DF-93B2FA03B784}"/>
                </a:ext>
              </a:extLst>
            </p:cNvPr>
            <p:cNvSpPr/>
            <p:nvPr/>
          </p:nvSpPr>
          <p:spPr>
            <a:xfrm>
              <a:off x="1382183" y="-176118"/>
              <a:ext cx="789709" cy="78970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a:t>4</a:t>
              </a:r>
            </a:p>
          </p:txBody>
        </p:sp>
        <p:sp>
          <p:nvSpPr>
            <p:cNvPr id="15" name="Rectangle: Rounded Corners 14">
              <a:extLst>
                <a:ext uri="{FF2B5EF4-FFF2-40B4-BE49-F238E27FC236}">
                  <a16:creationId xmlns:a16="http://schemas.microsoft.com/office/drawing/2014/main" id="{5BD6C31D-509C-70D2-059B-F7DE0ABF2602}"/>
                </a:ext>
              </a:extLst>
            </p:cNvPr>
            <p:cNvSpPr/>
            <p:nvPr/>
          </p:nvSpPr>
          <p:spPr>
            <a:xfrm>
              <a:off x="2483427" y="-747091"/>
              <a:ext cx="9428213" cy="15840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vi-VN" b="1"/>
                <a:t>Phân quyền rõ ràng – theo dõi dễ dàng:</a:t>
              </a:r>
              <a:br>
                <a:rPr lang="vi-VN"/>
              </a:br>
              <a:r>
                <a:rPr lang="vi-VN"/>
                <a:t>Mỗi tài khoản được phân quyền phù hợp theo vai trò (quản trị viên, cán bộ thiết bị, giảng viên, v.v…), đảm bảo ai làm gì – ở đâu đều có ghi nhận để tiện kiểm soát và tra soát khi cần.</a:t>
              </a:r>
            </a:p>
            <a:p>
              <a:pPr algn="ctr"/>
              <a:endParaRPr lang="vi-VN"/>
            </a:p>
          </p:txBody>
        </p:sp>
      </p:grpSp>
      <p:grpSp>
        <p:nvGrpSpPr>
          <p:cNvPr id="16" name="Group 15">
            <a:extLst>
              <a:ext uri="{FF2B5EF4-FFF2-40B4-BE49-F238E27FC236}">
                <a16:creationId xmlns:a16="http://schemas.microsoft.com/office/drawing/2014/main" id="{7B5C350A-6724-AA4B-4DC2-65E75267DC77}"/>
              </a:ext>
            </a:extLst>
          </p:cNvPr>
          <p:cNvGrpSpPr/>
          <p:nvPr/>
        </p:nvGrpSpPr>
        <p:grpSpPr>
          <a:xfrm>
            <a:off x="973280" y="2579996"/>
            <a:ext cx="9864439" cy="1489334"/>
            <a:chOff x="1491094" y="394855"/>
            <a:chExt cx="10529456" cy="1634735"/>
          </a:xfrm>
        </p:grpSpPr>
        <p:sp>
          <p:nvSpPr>
            <p:cNvPr id="17" name="Oval 16">
              <a:extLst>
                <a:ext uri="{FF2B5EF4-FFF2-40B4-BE49-F238E27FC236}">
                  <a16:creationId xmlns:a16="http://schemas.microsoft.com/office/drawing/2014/main" id="{B617BDC8-089B-830F-0729-CA72B2BCB107}"/>
                </a:ext>
              </a:extLst>
            </p:cNvPr>
            <p:cNvSpPr/>
            <p:nvPr/>
          </p:nvSpPr>
          <p:spPr>
            <a:xfrm>
              <a:off x="1491094" y="831250"/>
              <a:ext cx="789709" cy="78970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a:t>5</a:t>
              </a:r>
            </a:p>
          </p:txBody>
        </p:sp>
        <p:sp>
          <p:nvSpPr>
            <p:cNvPr id="18" name="Rectangle: Rounded Corners 17">
              <a:extLst>
                <a:ext uri="{FF2B5EF4-FFF2-40B4-BE49-F238E27FC236}">
                  <a16:creationId xmlns:a16="http://schemas.microsoft.com/office/drawing/2014/main" id="{FE8D34D9-3368-63FA-0B50-ABCFCE135D9C}"/>
                </a:ext>
              </a:extLst>
            </p:cNvPr>
            <p:cNvSpPr/>
            <p:nvPr/>
          </p:nvSpPr>
          <p:spPr>
            <a:xfrm>
              <a:off x="2592338" y="394855"/>
              <a:ext cx="9428212" cy="16347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vi-VN" b="1"/>
                <a:t>Truy cập linh hoạt – dễ dàng triển khai:</a:t>
              </a:r>
              <a:br>
                <a:rPr lang="vi-VN"/>
              </a:br>
              <a:r>
                <a:rPr lang="vi-VN"/>
                <a:t>Hệ thống được xây dựng dạng website, có thể truy cập qua trình duyệt từ bất kỳ thiết bị nào có kết nối mạng, giúp công tác quản lý không bị giới hạn bởi không gian hay thời gian.</a:t>
              </a:r>
            </a:p>
            <a:p>
              <a:pPr algn="ctr"/>
              <a:endParaRPr lang="vi-VN"/>
            </a:p>
          </p:txBody>
        </p:sp>
      </p:grpSp>
      <p:grpSp>
        <p:nvGrpSpPr>
          <p:cNvPr id="19" name="Group 18">
            <a:extLst>
              <a:ext uri="{FF2B5EF4-FFF2-40B4-BE49-F238E27FC236}">
                <a16:creationId xmlns:a16="http://schemas.microsoft.com/office/drawing/2014/main" id="{165CF2A4-57E1-3BB2-A657-20C6F26CFD42}"/>
              </a:ext>
            </a:extLst>
          </p:cNvPr>
          <p:cNvGrpSpPr/>
          <p:nvPr/>
        </p:nvGrpSpPr>
        <p:grpSpPr>
          <a:xfrm>
            <a:off x="973280" y="4677088"/>
            <a:ext cx="9864439" cy="1702930"/>
            <a:chOff x="1382183" y="581325"/>
            <a:chExt cx="10529456" cy="2108175"/>
          </a:xfrm>
        </p:grpSpPr>
        <p:sp>
          <p:nvSpPr>
            <p:cNvPr id="20" name="Oval 19">
              <a:extLst>
                <a:ext uri="{FF2B5EF4-FFF2-40B4-BE49-F238E27FC236}">
                  <a16:creationId xmlns:a16="http://schemas.microsoft.com/office/drawing/2014/main" id="{808CC8A1-6003-ABDB-41B8-90202458F9D0}"/>
                </a:ext>
              </a:extLst>
            </p:cNvPr>
            <p:cNvSpPr/>
            <p:nvPr/>
          </p:nvSpPr>
          <p:spPr>
            <a:xfrm>
              <a:off x="1382183" y="1240557"/>
              <a:ext cx="789709" cy="78970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a:t>6</a:t>
              </a:r>
            </a:p>
          </p:txBody>
        </p:sp>
        <p:sp>
          <p:nvSpPr>
            <p:cNvPr id="21" name="Rectangle: Rounded Corners 20">
              <a:extLst>
                <a:ext uri="{FF2B5EF4-FFF2-40B4-BE49-F238E27FC236}">
                  <a16:creationId xmlns:a16="http://schemas.microsoft.com/office/drawing/2014/main" id="{8242B4E6-F31A-4449-6E6D-2A083D5A5D6B}"/>
                </a:ext>
              </a:extLst>
            </p:cNvPr>
            <p:cNvSpPr/>
            <p:nvPr/>
          </p:nvSpPr>
          <p:spPr>
            <a:xfrm>
              <a:off x="2566554" y="581325"/>
              <a:ext cx="9345085" cy="21081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vi-VN" b="1"/>
                <a:t>Hỗ trợ in tờ trình – phục vụ thanh lý, báo cáo thiết bị dễ dàng hơn</a:t>
              </a:r>
              <a:endParaRPr lang="vi-VN"/>
            </a:p>
            <a:p>
              <a:pPr algn="ctr" rtl="0"/>
              <a:r>
                <a:rPr lang="vi-VN"/>
                <a:t>Phần mềm cho phép </a:t>
              </a:r>
              <a:r>
                <a:rPr lang="vi-VN" b="1"/>
                <a:t>xuất dữ liệu thiết bị cần thanh lý</a:t>
              </a:r>
              <a:r>
                <a:rPr lang="vi-VN"/>
                <a:t> ra dạng </a:t>
              </a:r>
              <a:r>
                <a:rPr lang="vi-VN" b="1"/>
                <a:t>biểu mẫu in tờ trình trực tiếp từ web</a:t>
              </a:r>
              <a:r>
                <a:rPr lang="vi-VN"/>
                <a:t>. từ đó lập hồ sơ trình ký hoặc gửi báo cáo cho cấp trên một cách </a:t>
              </a:r>
              <a:r>
                <a:rPr lang="vi-VN" b="1"/>
                <a:t>nhanh chóng và chính xác.</a:t>
              </a:r>
              <a:endParaRPr lang="vi-VN"/>
            </a:p>
            <a:p>
              <a:pPr algn="ctr"/>
              <a:endParaRPr lang="vi-VN"/>
            </a:p>
          </p:txBody>
        </p:sp>
      </p:grpSp>
    </p:spTree>
    <p:extLst>
      <p:ext uri="{BB962C8B-B14F-4D97-AF65-F5344CB8AC3E}">
        <p14:creationId xmlns:p14="http://schemas.microsoft.com/office/powerpoint/2010/main" val="20446647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EB83113-F62F-7651-3ECB-3BAA59AF8CDA}"/>
              </a:ext>
            </a:extLst>
          </p:cNvPr>
          <p:cNvSpPr txBox="1">
            <a:spLocks/>
          </p:cNvSpPr>
          <p:nvPr/>
        </p:nvSpPr>
        <p:spPr>
          <a:xfrm>
            <a:off x="885533" y="2945132"/>
            <a:ext cx="6476538" cy="967735"/>
          </a:xfrm>
          <a:prstGeom prst="rect">
            <a:avLst/>
          </a:prstGeom>
        </p:spPr>
        <p:txBody>
          <a:bodyPr anchor="ctr">
            <a:normAutofit/>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pPr algn="ctr">
              <a:spcBef>
                <a:spcPts val="600"/>
              </a:spcBef>
              <a:spcAft>
                <a:spcPts val="600"/>
              </a:spcAft>
              <a:defRPr/>
            </a:pPr>
            <a:r>
              <a:rPr lang="vi-VN" sz="6000" b="1" spc="-50">
                <a:solidFill>
                  <a:srgbClr val="000000">
                    <a:lumMod val="75000"/>
                    <a:lumOff val="25000"/>
                  </a:srgbClr>
                </a:solidFill>
                <a:latin typeface="Arial" panose="020B0604020202020204" pitchFamily="34" charset="0"/>
                <a:ea typeface="+mj-ea"/>
                <a:cs typeface="Arial" panose="020B0604020202020204" pitchFamily="34" charset="0"/>
              </a:rPr>
              <a:t>II. Cơ sở dữ liệu.</a:t>
            </a:r>
          </a:p>
        </p:txBody>
      </p:sp>
      <p:pic>
        <p:nvPicPr>
          <p:cNvPr id="3" name="Picture 4">
            <a:extLst>
              <a:ext uri="{FF2B5EF4-FFF2-40B4-BE49-F238E27FC236}">
                <a16:creationId xmlns:a16="http://schemas.microsoft.com/office/drawing/2014/main" id="{7D95D84B-5373-1B65-EE47-BE7BDE6F39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3652" y="7234005"/>
            <a:ext cx="12192000" cy="6185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96897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2000" b="-2000"/>
          </a:stretch>
        </a:blipFill>
        <a:effectLst/>
      </p:bgPr>
    </p:bg>
    <p:spTree>
      <p:nvGrpSpPr>
        <p:cNvPr id="1" name="">
          <a:extLst>
            <a:ext uri="{FF2B5EF4-FFF2-40B4-BE49-F238E27FC236}">
              <a16:creationId xmlns:a16="http://schemas.microsoft.com/office/drawing/2014/main" id="{4435D65D-FB94-09AF-73D2-5E12C2099A8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D84BD4F-073A-853E-9D01-9B93A4131154}"/>
              </a:ext>
            </a:extLst>
          </p:cNvPr>
          <p:cNvSpPr txBox="1">
            <a:spLocks/>
          </p:cNvSpPr>
          <p:nvPr/>
        </p:nvSpPr>
        <p:spPr>
          <a:xfrm>
            <a:off x="2857731" y="185670"/>
            <a:ext cx="6476538" cy="895484"/>
          </a:xfrm>
          <a:prstGeom prst="rect">
            <a:avLst/>
          </a:prstGeom>
        </p:spPr>
        <p:txBody>
          <a:bodyPr anchor="ctr">
            <a:normAutofit/>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pPr algn="ctr">
              <a:spcBef>
                <a:spcPts val="600"/>
              </a:spcBef>
              <a:spcAft>
                <a:spcPts val="600"/>
              </a:spcAft>
              <a:defRPr/>
            </a:pPr>
            <a:r>
              <a:rPr lang="vi-VN" sz="4800" b="1" spc="-50">
                <a:solidFill>
                  <a:srgbClr val="000000">
                    <a:lumMod val="75000"/>
                    <a:lumOff val="25000"/>
                  </a:srgbClr>
                </a:solidFill>
                <a:latin typeface="Arial" panose="020B0604020202020204" pitchFamily="34" charset="0"/>
                <a:ea typeface="+mj-ea"/>
                <a:cs typeface="Arial" panose="020B0604020202020204" pitchFamily="34" charset="0"/>
              </a:rPr>
              <a:t>II. Cơ sở dữ liệu.</a:t>
            </a:r>
          </a:p>
        </p:txBody>
      </p:sp>
      <p:pic>
        <p:nvPicPr>
          <p:cNvPr id="2052" name="Picture 4">
            <a:extLst>
              <a:ext uri="{FF2B5EF4-FFF2-40B4-BE49-F238E27FC236}">
                <a16:creationId xmlns:a16="http://schemas.microsoft.com/office/drawing/2014/main" id="{F9934777-F656-779C-E2AB-2487A62EB0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72431"/>
            <a:ext cx="12192000" cy="6185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8562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2000" b="-2000"/>
          </a:stretch>
        </a:blipFill>
        <a:effectLst/>
      </p:bgPr>
    </p:bg>
    <p:spTree>
      <p:nvGrpSpPr>
        <p:cNvPr id="1" name="">
          <a:extLst>
            <a:ext uri="{FF2B5EF4-FFF2-40B4-BE49-F238E27FC236}">
              <a16:creationId xmlns:a16="http://schemas.microsoft.com/office/drawing/2014/main" id="{68E9B3DE-4B0C-B01B-8ACA-53A0368F8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12548-90FA-0C67-70F1-9A389D531DEA}"/>
              </a:ext>
            </a:extLst>
          </p:cNvPr>
          <p:cNvSpPr txBox="1">
            <a:spLocks/>
          </p:cNvSpPr>
          <p:nvPr/>
        </p:nvSpPr>
        <p:spPr>
          <a:xfrm>
            <a:off x="-21481416" y="2399892"/>
            <a:ext cx="10349232" cy="4281055"/>
          </a:xfrm>
          <a:prstGeom prst="rect">
            <a:avLst/>
          </a:prstGeom>
        </p:spPr>
        <p:txBody>
          <a:bodyPr anchor="ctr">
            <a:normAutofit/>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6000" b="1" i="0" u="none" strike="noStrike" kern="1200" cap="none" spc="-50" normalizeH="0" baseline="0" noProof="0">
                <a:ln>
                  <a:noFill/>
                </a:ln>
                <a:solidFill>
                  <a:srgbClr val="000000">
                    <a:lumMod val="75000"/>
                    <a:lumOff val="25000"/>
                  </a:srgbClr>
                </a:solidFill>
                <a:effectLst/>
                <a:uLnTx/>
                <a:uFillTx/>
                <a:latin typeface="Arial" panose="020B0604020202020204" pitchFamily="34" charset="0"/>
                <a:ea typeface="+mj-ea"/>
                <a:cs typeface="Arial" panose="020B0604020202020204" pitchFamily="34" charset="0"/>
              </a:rPr>
              <a:t>Phần III: Chạy thử nghiệm sản phẩm</a:t>
            </a:r>
            <a:endParaRPr kumimoji="0" lang="en-US" sz="6000" b="1" i="0" u="none" strike="noStrike" kern="1200" cap="none" spc="-50" normalizeH="0" baseline="0" noProof="0">
              <a:ln>
                <a:noFill/>
              </a:ln>
              <a:solidFill>
                <a:srgbClr val="000000">
                  <a:lumMod val="75000"/>
                  <a:lumOff val="25000"/>
                </a:srgbClr>
              </a:solidFill>
              <a:effectLst/>
              <a:uLnTx/>
              <a:uFillTx/>
              <a:latin typeface="Arial" panose="020B0604020202020204" pitchFamily="34" charset="0"/>
              <a:ea typeface="+mj-ea"/>
              <a:cs typeface="Arial" panose="020B0604020202020204" pitchFamily="34" charset="0"/>
            </a:endParaRPr>
          </a:p>
        </p:txBody>
      </p:sp>
      <p:sp>
        <p:nvSpPr>
          <p:cNvPr id="3" name="Text 0">
            <a:extLst>
              <a:ext uri="{FF2B5EF4-FFF2-40B4-BE49-F238E27FC236}">
                <a16:creationId xmlns:a16="http://schemas.microsoft.com/office/drawing/2014/main" id="{67FA88D1-D4AF-C753-8FC3-0253D36360D9}"/>
              </a:ext>
            </a:extLst>
          </p:cNvPr>
          <p:cNvSpPr/>
          <p:nvPr/>
        </p:nvSpPr>
        <p:spPr>
          <a:xfrm>
            <a:off x="596531" y="89711"/>
            <a:ext cx="10998937" cy="830424"/>
          </a:xfrm>
          <a:prstGeom prst="rect">
            <a:avLst/>
          </a:prstGeom>
          <a:noFill/>
          <a:ln/>
        </p:spPr>
        <p:txBody>
          <a:bodyPr wrap="square" lIns="0" tIns="0" rIns="0" bIns="0" rtlCol="0" anchor="t"/>
          <a:lstStyle/>
          <a:p>
            <a:pPr algn="ctr" defTabSz="761970">
              <a:spcBef>
                <a:spcPts val="600"/>
              </a:spcBef>
              <a:spcAft>
                <a:spcPts val="600"/>
              </a:spcAft>
            </a:pPr>
            <a:r>
              <a:rPr lang="vi-VN" sz="4800">
                <a:latin typeface="Arial" panose="020B0604020202020204" pitchFamily="34" charset="0"/>
                <a:cs typeface="Arial" panose="020B0604020202020204" pitchFamily="34" charset="0"/>
              </a:rPr>
              <a:t>Cấu trúc của cơ sở dữ liệu</a:t>
            </a:r>
            <a:endParaRPr lang="en-US" sz="4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152A4FF4-CEC8-CE04-3BC0-59736CB2F1B5}"/>
              </a:ext>
            </a:extLst>
          </p:cNvPr>
          <p:cNvPicPr>
            <a:picLocks noChangeAspect="1"/>
          </p:cNvPicPr>
          <p:nvPr/>
        </p:nvPicPr>
        <p:blipFill>
          <a:blip r:embed="rId3"/>
          <a:stretch>
            <a:fillRect/>
          </a:stretch>
        </p:blipFill>
        <p:spPr>
          <a:xfrm>
            <a:off x="786811" y="1031358"/>
            <a:ext cx="10887739" cy="5736931"/>
          </a:xfrm>
          <a:prstGeom prst="rect">
            <a:avLst/>
          </a:prstGeom>
        </p:spPr>
      </p:pic>
    </p:spTree>
    <p:extLst>
      <p:ext uri="{BB962C8B-B14F-4D97-AF65-F5344CB8AC3E}">
        <p14:creationId xmlns:p14="http://schemas.microsoft.com/office/powerpoint/2010/main" val="31846132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1000" b="-1000"/>
          </a:stretch>
        </a:blipFill>
        <a:effectLst/>
      </p:bgPr>
    </p:bg>
    <p:spTree>
      <p:nvGrpSpPr>
        <p:cNvPr id="1" name="">
          <a:extLst>
            <a:ext uri="{FF2B5EF4-FFF2-40B4-BE49-F238E27FC236}">
              <a16:creationId xmlns:a16="http://schemas.microsoft.com/office/drawing/2014/main" id="{238E0080-47C3-5B5B-E794-E36A5EBF2BE2}"/>
            </a:ext>
          </a:extLst>
        </p:cNvPr>
        <p:cNvGrpSpPr/>
        <p:nvPr/>
      </p:nvGrpSpPr>
      <p:grpSpPr>
        <a:xfrm>
          <a:off x="0" y="0"/>
          <a:ext cx="0" cy="0"/>
          <a:chOff x="0" y="0"/>
          <a:chExt cx="0" cy="0"/>
        </a:xfrm>
      </p:grpSpPr>
      <p:sp>
        <p:nvSpPr>
          <p:cNvPr id="18" name="Text 0">
            <a:extLst>
              <a:ext uri="{FF2B5EF4-FFF2-40B4-BE49-F238E27FC236}">
                <a16:creationId xmlns:a16="http://schemas.microsoft.com/office/drawing/2014/main" id="{E4D32155-F88A-D701-F3FE-9164B74EC69A}"/>
              </a:ext>
            </a:extLst>
          </p:cNvPr>
          <p:cNvSpPr/>
          <p:nvPr/>
        </p:nvSpPr>
        <p:spPr>
          <a:xfrm>
            <a:off x="2416030" y="3095377"/>
            <a:ext cx="7359940" cy="667247"/>
          </a:xfrm>
          <a:prstGeom prst="rect">
            <a:avLst/>
          </a:prstGeom>
          <a:noFill/>
          <a:ln/>
        </p:spPr>
        <p:txBody>
          <a:bodyPr wrap="square" lIns="0" tIns="0" rIns="0" bIns="0" rtlCol="0" anchor="t"/>
          <a:lstStyle/>
          <a:p>
            <a:pPr algn="ctr">
              <a:spcBef>
                <a:spcPts val="600"/>
              </a:spcBef>
              <a:spcAft>
                <a:spcPts val="600"/>
              </a:spcAft>
              <a:defRPr/>
            </a:pPr>
            <a:r>
              <a:rPr lang="vi-VN" sz="4800" b="1" spc="-50">
                <a:solidFill>
                  <a:srgbClr val="000000">
                    <a:lumMod val="75000"/>
                    <a:lumOff val="25000"/>
                  </a:srgbClr>
                </a:solidFill>
                <a:latin typeface="Arial" panose="020B0604020202020204" pitchFamily="34" charset="0"/>
                <a:ea typeface="+mj-ea"/>
                <a:cs typeface="Arial" panose="020B0604020202020204" pitchFamily="34" charset="0"/>
              </a:rPr>
              <a:t>III. Các chức năng chính.</a:t>
            </a:r>
          </a:p>
        </p:txBody>
      </p:sp>
      <p:sp>
        <p:nvSpPr>
          <p:cNvPr id="9" name="TextBox 8">
            <a:extLst>
              <a:ext uri="{FF2B5EF4-FFF2-40B4-BE49-F238E27FC236}">
                <a16:creationId xmlns:a16="http://schemas.microsoft.com/office/drawing/2014/main" id="{EE3AEA93-E49B-417C-E8A3-C6066D557A07}"/>
              </a:ext>
            </a:extLst>
          </p:cNvPr>
          <p:cNvSpPr txBox="1"/>
          <p:nvPr/>
        </p:nvSpPr>
        <p:spPr>
          <a:xfrm>
            <a:off x="5075176" y="7349825"/>
            <a:ext cx="6286500" cy="403316"/>
          </a:xfrm>
          <a:prstGeom prst="rect">
            <a:avLst/>
          </a:prstGeom>
          <a:noFill/>
        </p:spPr>
        <p:txBody>
          <a:bodyPr wrap="square">
            <a:spAutoFit/>
          </a:bodyPr>
          <a:lstStyle/>
          <a:p>
            <a:pPr defTabSz="761970">
              <a:lnSpc>
                <a:spcPts val="2583"/>
              </a:lnSpc>
            </a:pPr>
            <a:endParaRPr lang="en-US" sz="1800">
              <a:solidFill>
                <a:schemeClr val="bg1"/>
              </a:solidFill>
              <a:latin typeface="Inter" pitchFamily="34" charset="0"/>
              <a:ea typeface="Inter" pitchFamily="34" charset="-122"/>
            </a:endParaRPr>
          </a:p>
        </p:txBody>
      </p:sp>
    </p:spTree>
    <p:extLst>
      <p:ext uri="{BB962C8B-B14F-4D97-AF65-F5344CB8AC3E}">
        <p14:creationId xmlns:p14="http://schemas.microsoft.com/office/powerpoint/2010/main" val="41388783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69FF6703-6E7B-C925-6D1B-15A1FE907650}"/>
            </a:ext>
          </a:extLst>
        </p:cNvPr>
        <p:cNvGrpSpPr/>
        <p:nvPr/>
      </p:nvGrpSpPr>
      <p:grpSpPr>
        <a:xfrm>
          <a:off x="0" y="0"/>
          <a:ext cx="0" cy="0"/>
          <a:chOff x="0" y="0"/>
          <a:chExt cx="0" cy="0"/>
        </a:xfrm>
      </p:grpSpPr>
      <p:sp>
        <p:nvSpPr>
          <p:cNvPr id="7" name="Text 1">
            <a:extLst>
              <a:ext uri="{FF2B5EF4-FFF2-40B4-BE49-F238E27FC236}">
                <a16:creationId xmlns:a16="http://schemas.microsoft.com/office/drawing/2014/main" id="{DB7EC658-F8A4-C8E2-10E3-F5EE189CCC50}"/>
              </a:ext>
            </a:extLst>
          </p:cNvPr>
          <p:cNvSpPr/>
          <p:nvPr/>
        </p:nvSpPr>
        <p:spPr>
          <a:xfrm>
            <a:off x="187872" y="1807622"/>
            <a:ext cx="6179939" cy="4442447"/>
          </a:xfrm>
          <a:prstGeom prst="rect">
            <a:avLst/>
          </a:prstGeom>
          <a:noFill/>
          <a:ln/>
        </p:spPr>
        <p:txBody>
          <a:bodyPr wrap="square" lIns="0" tIns="0" rIns="0" bIns="0" rtlCol="0" anchor="t"/>
          <a:lstStyle/>
          <a:p>
            <a:pPr defTabSz="761970">
              <a:lnSpc>
                <a:spcPts val="2583"/>
              </a:lnSpc>
            </a:pPr>
            <a:endParaRPr lang="en-US" sz="2400">
              <a:solidFill>
                <a:schemeClr val="bg1"/>
              </a:solidFill>
              <a:latin typeface="Calibri" panose="020F0502020204030204"/>
            </a:endParaRPr>
          </a:p>
        </p:txBody>
      </p:sp>
      <p:pic>
        <p:nvPicPr>
          <p:cNvPr id="5" name="Picture 4" descr="A screenshot of a computer&#10;&#10;AI-generated content may be incorrect.">
            <a:extLst>
              <a:ext uri="{FF2B5EF4-FFF2-40B4-BE49-F238E27FC236}">
                <a16:creationId xmlns:a16="http://schemas.microsoft.com/office/drawing/2014/main" id="{CEE96BD8-3BF3-0F96-C0C9-79DD62F831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195" y="607931"/>
            <a:ext cx="12022805" cy="6506747"/>
          </a:xfrm>
          <a:prstGeom prst="rect">
            <a:avLst/>
          </a:prstGeom>
        </p:spPr>
      </p:pic>
    </p:spTree>
    <p:extLst>
      <p:ext uri="{BB962C8B-B14F-4D97-AF65-F5344CB8AC3E}">
        <p14:creationId xmlns:p14="http://schemas.microsoft.com/office/powerpoint/2010/main" val="31174250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2000" b="-2000"/>
          </a:stretch>
        </a:blipFill>
        <a:effectLst/>
      </p:bgPr>
    </p:bg>
    <p:spTree>
      <p:nvGrpSpPr>
        <p:cNvPr id="1" name="">
          <a:extLst>
            <a:ext uri="{FF2B5EF4-FFF2-40B4-BE49-F238E27FC236}">
              <a16:creationId xmlns:a16="http://schemas.microsoft.com/office/drawing/2014/main" id="{8D55963F-0721-40BD-B333-A12D4D6D39C5}"/>
            </a:ext>
          </a:extLst>
        </p:cNvPr>
        <p:cNvGrpSpPr/>
        <p:nvPr/>
      </p:nvGrpSpPr>
      <p:grpSpPr>
        <a:xfrm>
          <a:off x="0" y="0"/>
          <a:ext cx="0" cy="0"/>
          <a:chOff x="0" y="0"/>
          <a:chExt cx="0" cy="0"/>
        </a:xfrm>
      </p:grpSpPr>
      <p:sp>
        <p:nvSpPr>
          <p:cNvPr id="7" name="Text 1">
            <a:extLst>
              <a:ext uri="{FF2B5EF4-FFF2-40B4-BE49-F238E27FC236}">
                <a16:creationId xmlns:a16="http://schemas.microsoft.com/office/drawing/2014/main" id="{0ABC7994-702B-526B-9021-9201539E0345}"/>
              </a:ext>
            </a:extLst>
          </p:cNvPr>
          <p:cNvSpPr/>
          <p:nvPr/>
        </p:nvSpPr>
        <p:spPr>
          <a:xfrm>
            <a:off x="187872" y="1807622"/>
            <a:ext cx="6179939" cy="4442447"/>
          </a:xfrm>
          <a:prstGeom prst="rect">
            <a:avLst/>
          </a:prstGeom>
          <a:noFill/>
          <a:ln/>
        </p:spPr>
        <p:txBody>
          <a:bodyPr wrap="square" lIns="0" tIns="0" rIns="0" bIns="0" rtlCol="0" anchor="t"/>
          <a:lstStyle/>
          <a:p>
            <a:pPr defTabSz="761970">
              <a:lnSpc>
                <a:spcPts val="2583"/>
              </a:lnSpc>
            </a:pPr>
            <a:endParaRPr lang="en-US" sz="2400">
              <a:solidFill>
                <a:schemeClr val="bg1"/>
              </a:solidFill>
              <a:latin typeface="Calibri" panose="020F0502020204030204"/>
            </a:endParaRPr>
          </a:p>
        </p:txBody>
      </p:sp>
      <p:pic>
        <p:nvPicPr>
          <p:cNvPr id="15" name="Graphic 14">
            <a:extLst>
              <a:ext uri="{FF2B5EF4-FFF2-40B4-BE49-F238E27FC236}">
                <a16:creationId xmlns:a16="http://schemas.microsoft.com/office/drawing/2014/main" id="{D2A8F927-15E8-07F8-09D0-FABA7C7BD9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761" y="152058"/>
            <a:ext cx="11210156" cy="7431844"/>
          </a:xfrm>
          <a:prstGeom prst="rect">
            <a:avLst/>
          </a:prstGeom>
        </p:spPr>
      </p:pic>
    </p:spTree>
    <p:extLst>
      <p:ext uri="{BB962C8B-B14F-4D97-AF65-F5344CB8AC3E}">
        <p14:creationId xmlns:p14="http://schemas.microsoft.com/office/powerpoint/2010/main" val="12620964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8C722-83C3-3132-29D9-460D7AE770A6}"/>
              </a:ext>
            </a:extLst>
          </p:cNvPr>
          <p:cNvSpPr txBox="1">
            <a:spLocks/>
          </p:cNvSpPr>
          <p:nvPr/>
        </p:nvSpPr>
        <p:spPr>
          <a:xfrm>
            <a:off x="921384" y="1259928"/>
            <a:ext cx="10349232" cy="4281055"/>
          </a:xfrm>
          <a:prstGeom prst="rect">
            <a:avLst/>
          </a:prstGeom>
        </p:spPr>
        <p:txBody>
          <a:bodyPr anchor="ctr">
            <a:normAutofit/>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6000" b="1" i="0" u="none" strike="noStrike" kern="1200" cap="none" spc="-50" normalizeH="0" baseline="0" noProof="0">
                <a:ln>
                  <a:noFill/>
                </a:ln>
                <a:solidFill>
                  <a:srgbClr val="000000">
                    <a:lumMod val="75000"/>
                    <a:lumOff val="25000"/>
                  </a:srgbClr>
                </a:solidFill>
                <a:effectLst/>
                <a:uLnTx/>
                <a:uFillTx/>
                <a:latin typeface="Arial" panose="020B0604020202020204" pitchFamily="34" charset="0"/>
                <a:ea typeface="+mj-ea"/>
                <a:cs typeface="Arial" panose="020B0604020202020204" pitchFamily="34" charset="0"/>
              </a:rPr>
              <a:t>IV. Demo sản phẩm.</a:t>
            </a:r>
            <a:endParaRPr kumimoji="0" lang="en-US" sz="6000" b="1" i="0" u="none" strike="noStrike" kern="1200" cap="none" spc="-50" normalizeH="0" baseline="0" noProof="0">
              <a:ln>
                <a:noFill/>
              </a:ln>
              <a:solidFill>
                <a:srgbClr val="000000">
                  <a:lumMod val="75000"/>
                  <a:lumOff val="25000"/>
                </a:srgbClr>
              </a:solidFill>
              <a:effectLst/>
              <a:uLnTx/>
              <a:uFillTx/>
              <a:latin typeface="Arial" panose="020B0604020202020204" pitchFamily="34" charset="0"/>
              <a:ea typeface="+mj-ea"/>
              <a:cs typeface="Arial" panose="020B0604020202020204" pitchFamily="34" charset="0"/>
            </a:endParaRPr>
          </a:p>
        </p:txBody>
      </p:sp>
      <p:sp>
        <p:nvSpPr>
          <p:cNvPr id="3" name="TextBox 2">
            <a:extLst>
              <a:ext uri="{FF2B5EF4-FFF2-40B4-BE49-F238E27FC236}">
                <a16:creationId xmlns:a16="http://schemas.microsoft.com/office/drawing/2014/main" id="{F46B6012-4794-4CA2-271D-C72B77696FA5}"/>
              </a:ext>
            </a:extLst>
          </p:cNvPr>
          <p:cNvSpPr txBox="1"/>
          <p:nvPr/>
        </p:nvSpPr>
        <p:spPr>
          <a:xfrm>
            <a:off x="9102012" y="7201822"/>
            <a:ext cx="7856377" cy="1815882"/>
          </a:xfrm>
          <a:prstGeom prst="rect">
            <a:avLst/>
          </a:prstGeom>
          <a:noFill/>
        </p:spPr>
        <p:txBody>
          <a:bodyPr wrap="square" rtlCol="0">
            <a:spAutoFit/>
          </a:bodyPr>
          <a:lstStyle/>
          <a:p>
            <a:pPr algn="ctr"/>
            <a:r>
              <a:rPr lang="vi-VN" sz="2800"/>
              <a:t>Mời thầy, cô nhập link Website sau:</a:t>
            </a:r>
          </a:p>
          <a:p>
            <a:pPr algn="ctr"/>
            <a:r>
              <a:rPr lang="vi-VN" sz="2800" u="sng">
                <a:solidFill>
                  <a:srgbClr val="00B0F0"/>
                </a:solidFill>
                <a:hlinkClick r:id="rId3"/>
              </a:rPr>
              <a:t>https://qlcsvc-nckh.web.app/</a:t>
            </a:r>
            <a:endParaRPr lang="vi-VN" sz="2800" u="sng">
              <a:solidFill>
                <a:srgbClr val="00B0F0"/>
              </a:solidFill>
            </a:endParaRPr>
          </a:p>
          <a:p>
            <a:pPr algn="ctr"/>
            <a:r>
              <a:rPr lang="vi-VN" sz="2800"/>
              <a:t>Tài khoản: Mã giảng viên</a:t>
            </a:r>
          </a:p>
          <a:p>
            <a:pPr algn="ctr"/>
            <a:r>
              <a:rPr lang="vi-VN" sz="2800"/>
              <a:t>Mật khẩu: 123456</a:t>
            </a:r>
          </a:p>
        </p:txBody>
      </p:sp>
    </p:spTree>
    <p:extLst>
      <p:ext uri="{BB962C8B-B14F-4D97-AF65-F5344CB8AC3E}">
        <p14:creationId xmlns:p14="http://schemas.microsoft.com/office/powerpoint/2010/main" val="7493931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80325A-70D7-45C8-84DE-8C71D0BCEB59}"/>
              </a:ext>
            </a:extLst>
          </p:cNvPr>
          <p:cNvSpPr txBox="1"/>
          <p:nvPr/>
        </p:nvSpPr>
        <p:spPr>
          <a:xfrm>
            <a:off x="2167812" y="2736502"/>
            <a:ext cx="7856377" cy="1815882"/>
          </a:xfrm>
          <a:prstGeom prst="rect">
            <a:avLst/>
          </a:prstGeom>
          <a:noFill/>
        </p:spPr>
        <p:txBody>
          <a:bodyPr wrap="square" rtlCol="0">
            <a:spAutoFit/>
          </a:bodyPr>
          <a:lstStyle/>
          <a:p>
            <a:pPr algn="ctr"/>
            <a:r>
              <a:rPr lang="vi-VN" sz="2800"/>
              <a:t>Mời thầy, cô nhập link Website sau:</a:t>
            </a:r>
          </a:p>
          <a:p>
            <a:pPr algn="ctr"/>
            <a:r>
              <a:rPr lang="vi-VN" sz="2800" u="sng">
                <a:solidFill>
                  <a:srgbClr val="00B0F0"/>
                </a:solidFill>
              </a:rPr>
              <a:t>Dh74.io.vn</a:t>
            </a:r>
          </a:p>
          <a:p>
            <a:pPr algn="ctr"/>
            <a:r>
              <a:rPr lang="vi-VN" sz="2800"/>
              <a:t>Tài khoản: Mã giảng viên</a:t>
            </a:r>
          </a:p>
          <a:p>
            <a:pPr algn="ctr"/>
            <a:r>
              <a:rPr lang="vi-VN" sz="2800"/>
              <a:t>Mật khẩu: 123456</a:t>
            </a:r>
          </a:p>
        </p:txBody>
      </p:sp>
      <p:sp>
        <p:nvSpPr>
          <p:cNvPr id="3" name="Title 1">
            <a:extLst>
              <a:ext uri="{FF2B5EF4-FFF2-40B4-BE49-F238E27FC236}">
                <a16:creationId xmlns:a16="http://schemas.microsoft.com/office/drawing/2014/main" id="{A6D26D31-8384-B820-2A74-BE0E968D51EC}"/>
              </a:ext>
            </a:extLst>
          </p:cNvPr>
          <p:cNvSpPr txBox="1">
            <a:spLocks/>
          </p:cNvSpPr>
          <p:nvPr/>
        </p:nvSpPr>
        <p:spPr>
          <a:xfrm>
            <a:off x="-785496" y="-636612"/>
            <a:ext cx="10349232" cy="4281055"/>
          </a:xfrm>
          <a:prstGeom prst="rect">
            <a:avLst/>
          </a:prstGeom>
        </p:spPr>
        <p:txBody>
          <a:bodyPr anchor="ctr">
            <a:normAutofit/>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6000" b="1" i="0" u="none" strike="noStrike" kern="1200" cap="none" spc="-50" normalizeH="0" baseline="0" noProof="0">
                <a:ln>
                  <a:noFill/>
                </a:ln>
                <a:solidFill>
                  <a:srgbClr val="000000">
                    <a:lumMod val="75000"/>
                    <a:lumOff val="25000"/>
                  </a:srgbClr>
                </a:solidFill>
                <a:effectLst/>
                <a:uLnTx/>
                <a:uFillTx/>
                <a:latin typeface="Arial" panose="020B0604020202020204" pitchFamily="34" charset="0"/>
                <a:ea typeface="+mj-ea"/>
                <a:cs typeface="Arial" panose="020B0604020202020204" pitchFamily="34" charset="0"/>
              </a:rPr>
              <a:t>IV. Demo sản phẩm.</a:t>
            </a:r>
            <a:endParaRPr kumimoji="0" lang="en-US" sz="6000" b="1" i="0" u="none" strike="noStrike" kern="1200" cap="none" spc="-50" normalizeH="0" baseline="0" noProof="0">
              <a:ln>
                <a:noFill/>
              </a:ln>
              <a:solidFill>
                <a:srgbClr val="000000">
                  <a:lumMod val="75000"/>
                  <a:lumOff val="25000"/>
                </a:srgbClr>
              </a:solidFill>
              <a:effectLst/>
              <a:uLnTx/>
              <a:uFillTx/>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21408766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47822"/>
      </p:ext>
    </p:extLst>
  </p:cSld>
  <p:clrMapOvr>
    <a:masterClrMapping/>
  </p:clrMapOvr>
  <p:transition spd="slow">
    <p:circle/>
  </p:transition>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ppt/theme/theme2.xml><?xml version="1.0" encoding="utf-8"?>
<a:theme xmlns:a="http://schemas.openxmlformats.org/drawingml/2006/main" name="1_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2.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{96131D9C-B584-46A9-B909-E501D68B84C9}tf56160789_win32</Template>
  <TotalTime>2819</TotalTime>
  <Words>605</Words>
  <Application>Microsoft Office PowerPoint</Application>
  <PresentationFormat>Widescreen</PresentationFormat>
  <Paragraphs>56</Paragraphs>
  <Slides>15</Slides>
  <Notes>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15</vt:i4>
      </vt:variant>
    </vt:vector>
  </HeadingPairs>
  <TitlesOfParts>
    <vt:vector size="22" baseType="lpstr">
      <vt:lpstr>Arial</vt:lpstr>
      <vt:lpstr>Bookman Old Style</vt:lpstr>
      <vt:lpstr>Calibri</vt:lpstr>
      <vt:lpstr>Franklin Gothic Book</vt:lpstr>
      <vt:lpstr>Inter</vt:lpstr>
      <vt:lpstr>Custom</vt:lpstr>
      <vt:lpstr>1_Custom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Rights Management</dc:title>
  <dc:creator>Trung Nguyễn</dc:creator>
  <cp:lastModifiedBy>Đức Nguyễn</cp:lastModifiedBy>
  <cp:revision>674</cp:revision>
  <dcterms:created xsi:type="dcterms:W3CDTF">2024-09-17T02:38:11Z</dcterms:created>
  <dcterms:modified xsi:type="dcterms:W3CDTF">2025-06-03T04:35:32Z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