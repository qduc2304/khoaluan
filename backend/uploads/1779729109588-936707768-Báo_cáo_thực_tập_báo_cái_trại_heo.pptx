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323" r:id="rId2"/>
    <p:sldId id="324" r:id="rId3"/>
    <p:sldId id="344" r:id="rId4"/>
    <p:sldId id="325" r:id="rId5"/>
    <p:sldId id="343" r:id="rId6"/>
    <p:sldId id="326" r:id="rId7"/>
    <p:sldId id="327" r:id="rId8"/>
    <p:sldId id="328" r:id="rId9"/>
    <p:sldId id="329" r:id="rId10"/>
    <p:sldId id="330" r:id="rId11"/>
    <p:sldId id="331" r:id="rId12"/>
    <p:sldId id="332" r:id="rId13"/>
    <p:sldId id="347" r:id="rId14"/>
    <p:sldId id="333" r:id="rId15"/>
    <p:sldId id="334" r:id="rId16"/>
    <p:sldId id="346" r:id="rId17"/>
    <p:sldId id="335" r:id="rId18"/>
    <p:sldId id="345" r:id="rId19"/>
    <p:sldId id="349" r:id="rId20"/>
    <p:sldId id="348" r:id="rId21"/>
    <p:sldId id="350" r:id="rId22"/>
    <p:sldId id="337" r:id="rId23"/>
  </p:sldIdLst>
  <p:sldSz cx="9144000" cy="5143500" type="screen16x9"/>
  <p:notesSz cx="6858000" cy="9144000"/>
  <p:embeddedFontLst>
    <p:embeddedFont>
      <p:font typeface="Londrina Solid" panose="020B0604020202020204" charset="0"/>
      <p:regular r:id="rId25"/>
    </p:embeddedFont>
    <p:embeddedFont>
      <p:font typeface="Spartan SemiBold" panose="020B0604020202020204" charset="0"/>
      <p:bold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F5C188-2F97-4AD2-B3E9-BA2DB58098BF}" v="107" dt="2025-05-05T10:29:49.4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D22293-5001-4685-AE83-992C414DA82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10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Đức Nguyễn" userId="3126f1b8474e2ef2" providerId="LiveId" clId="{CDF5C188-2F97-4AD2-B3E9-BA2DB58098BF}"/>
    <pc:docChg chg="undo custSel addSld delSld modSld sldOrd">
      <pc:chgData name="Đức Nguyễn" userId="3126f1b8474e2ef2" providerId="LiveId" clId="{CDF5C188-2F97-4AD2-B3E9-BA2DB58098BF}" dt="2025-05-05T10:29:51.563" v="1283" actId="962"/>
      <pc:docMkLst>
        <pc:docMk/>
      </pc:docMkLst>
      <pc:sldChg chg="addSp delSp modSp del mod">
        <pc:chgData name="Đức Nguyễn" userId="3126f1b8474e2ef2" providerId="LiveId" clId="{CDF5C188-2F97-4AD2-B3E9-BA2DB58098BF}" dt="2025-04-27T15:03:15.948" v="71" actId="47"/>
        <pc:sldMkLst>
          <pc:docMk/>
          <pc:sldMk cId="0" sldId="256"/>
        </pc:sldMkLst>
      </pc:sldChg>
      <pc:sldChg chg="del">
        <pc:chgData name="Đức Nguyễn" userId="3126f1b8474e2ef2" providerId="LiveId" clId="{CDF5C188-2F97-4AD2-B3E9-BA2DB58098BF}" dt="2025-04-27T15:03:15.948" v="71" actId="47"/>
        <pc:sldMkLst>
          <pc:docMk/>
          <pc:sldMk cId="0" sldId="257"/>
        </pc:sldMkLst>
      </pc:sldChg>
      <pc:sldChg chg="del">
        <pc:chgData name="Đức Nguyễn" userId="3126f1b8474e2ef2" providerId="LiveId" clId="{CDF5C188-2F97-4AD2-B3E9-BA2DB58098BF}" dt="2025-04-27T15:03:15.948" v="71" actId="47"/>
        <pc:sldMkLst>
          <pc:docMk/>
          <pc:sldMk cId="0" sldId="258"/>
        </pc:sldMkLst>
      </pc:sldChg>
      <pc:sldChg chg="del">
        <pc:chgData name="Đức Nguyễn" userId="3126f1b8474e2ef2" providerId="LiveId" clId="{CDF5C188-2F97-4AD2-B3E9-BA2DB58098BF}" dt="2025-04-27T15:03:15.948" v="71" actId="47"/>
        <pc:sldMkLst>
          <pc:docMk/>
          <pc:sldMk cId="0" sldId="259"/>
        </pc:sldMkLst>
      </pc:sldChg>
      <pc:sldChg chg="del">
        <pc:chgData name="Đức Nguyễn" userId="3126f1b8474e2ef2" providerId="LiveId" clId="{CDF5C188-2F97-4AD2-B3E9-BA2DB58098BF}" dt="2025-04-27T15:03:15.948" v="71" actId="47"/>
        <pc:sldMkLst>
          <pc:docMk/>
          <pc:sldMk cId="0" sldId="260"/>
        </pc:sldMkLst>
      </pc:sldChg>
      <pc:sldChg chg="del">
        <pc:chgData name="Đức Nguyễn" userId="3126f1b8474e2ef2" providerId="LiveId" clId="{CDF5C188-2F97-4AD2-B3E9-BA2DB58098BF}" dt="2025-04-27T15:03:15.948" v="71" actId="47"/>
        <pc:sldMkLst>
          <pc:docMk/>
          <pc:sldMk cId="0" sldId="261"/>
        </pc:sldMkLst>
      </pc:sldChg>
      <pc:sldChg chg="del">
        <pc:chgData name="Đức Nguyễn" userId="3126f1b8474e2ef2" providerId="LiveId" clId="{CDF5C188-2F97-4AD2-B3E9-BA2DB58098BF}" dt="2025-04-27T15:03:15.948" v="71" actId="47"/>
        <pc:sldMkLst>
          <pc:docMk/>
          <pc:sldMk cId="0" sldId="263"/>
        </pc:sldMkLst>
      </pc:sldChg>
      <pc:sldChg chg="del">
        <pc:chgData name="Đức Nguyễn" userId="3126f1b8474e2ef2" providerId="LiveId" clId="{CDF5C188-2F97-4AD2-B3E9-BA2DB58098BF}" dt="2025-04-27T15:03:15.948" v="71" actId="47"/>
        <pc:sldMkLst>
          <pc:docMk/>
          <pc:sldMk cId="0" sldId="264"/>
        </pc:sldMkLst>
      </pc:sldChg>
      <pc:sldChg chg="del">
        <pc:chgData name="Đức Nguyễn" userId="3126f1b8474e2ef2" providerId="LiveId" clId="{CDF5C188-2F97-4AD2-B3E9-BA2DB58098BF}" dt="2025-04-27T15:03:15.948" v="71" actId="47"/>
        <pc:sldMkLst>
          <pc:docMk/>
          <pc:sldMk cId="0" sldId="265"/>
        </pc:sldMkLst>
      </pc:sldChg>
      <pc:sldChg chg="del">
        <pc:chgData name="Đức Nguyễn" userId="3126f1b8474e2ef2" providerId="LiveId" clId="{CDF5C188-2F97-4AD2-B3E9-BA2DB58098BF}" dt="2025-04-27T15:03:15.948" v="71" actId="47"/>
        <pc:sldMkLst>
          <pc:docMk/>
          <pc:sldMk cId="0" sldId="272"/>
        </pc:sldMkLst>
      </pc:sldChg>
      <pc:sldChg chg="del">
        <pc:chgData name="Đức Nguyễn" userId="3126f1b8474e2ef2" providerId="LiveId" clId="{CDF5C188-2F97-4AD2-B3E9-BA2DB58098BF}" dt="2025-04-27T15:03:15.948" v="71" actId="47"/>
        <pc:sldMkLst>
          <pc:docMk/>
          <pc:sldMk cId="0" sldId="276"/>
        </pc:sldMkLst>
      </pc:sldChg>
      <pc:sldChg chg="del">
        <pc:chgData name="Đức Nguyễn" userId="3126f1b8474e2ef2" providerId="LiveId" clId="{CDF5C188-2F97-4AD2-B3E9-BA2DB58098BF}" dt="2025-04-27T15:03:15.948" v="71" actId="47"/>
        <pc:sldMkLst>
          <pc:docMk/>
          <pc:sldMk cId="0" sldId="311"/>
        </pc:sldMkLst>
      </pc:sldChg>
      <pc:sldChg chg="del">
        <pc:chgData name="Đức Nguyễn" userId="3126f1b8474e2ef2" providerId="LiveId" clId="{CDF5C188-2F97-4AD2-B3E9-BA2DB58098BF}" dt="2025-04-27T15:03:15.948" v="71" actId="47"/>
        <pc:sldMkLst>
          <pc:docMk/>
          <pc:sldMk cId="0" sldId="312"/>
        </pc:sldMkLst>
      </pc:sldChg>
      <pc:sldChg chg="del">
        <pc:chgData name="Đức Nguyễn" userId="3126f1b8474e2ef2" providerId="LiveId" clId="{CDF5C188-2F97-4AD2-B3E9-BA2DB58098BF}" dt="2025-04-27T15:03:15.948" v="71" actId="47"/>
        <pc:sldMkLst>
          <pc:docMk/>
          <pc:sldMk cId="0" sldId="313"/>
        </pc:sldMkLst>
      </pc:sldChg>
      <pc:sldChg chg="del">
        <pc:chgData name="Đức Nguyễn" userId="3126f1b8474e2ef2" providerId="LiveId" clId="{CDF5C188-2F97-4AD2-B3E9-BA2DB58098BF}" dt="2025-04-27T15:03:15.948" v="71" actId="47"/>
        <pc:sldMkLst>
          <pc:docMk/>
          <pc:sldMk cId="0" sldId="314"/>
        </pc:sldMkLst>
      </pc:sldChg>
      <pc:sldChg chg="del">
        <pc:chgData name="Đức Nguyễn" userId="3126f1b8474e2ef2" providerId="LiveId" clId="{CDF5C188-2F97-4AD2-B3E9-BA2DB58098BF}" dt="2025-04-27T15:03:15.948" v="71" actId="47"/>
        <pc:sldMkLst>
          <pc:docMk/>
          <pc:sldMk cId="0" sldId="315"/>
        </pc:sldMkLst>
      </pc:sldChg>
      <pc:sldChg chg="del">
        <pc:chgData name="Đức Nguyễn" userId="3126f1b8474e2ef2" providerId="LiveId" clId="{CDF5C188-2F97-4AD2-B3E9-BA2DB58098BF}" dt="2025-04-27T15:03:15.948" v="71" actId="47"/>
        <pc:sldMkLst>
          <pc:docMk/>
          <pc:sldMk cId="0" sldId="316"/>
        </pc:sldMkLst>
      </pc:sldChg>
      <pc:sldChg chg="del">
        <pc:chgData name="Đức Nguyễn" userId="3126f1b8474e2ef2" providerId="LiveId" clId="{CDF5C188-2F97-4AD2-B3E9-BA2DB58098BF}" dt="2025-04-27T15:03:15.948" v="71" actId="47"/>
        <pc:sldMkLst>
          <pc:docMk/>
          <pc:sldMk cId="0" sldId="317"/>
        </pc:sldMkLst>
      </pc:sldChg>
      <pc:sldChg chg="del">
        <pc:chgData name="Đức Nguyễn" userId="3126f1b8474e2ef2" providerId="LiveId" clId="{CDF5C188-2F97-4AD2-B3E9-BA2DB58098BF}" dt="2025-04-27T15:03:15.948" v="71" actId="47"/>
        <pc:sldMkLst>
          <pc:docMk/>
          <pc:sldMk cId="0" sldId="318"/>
        </pc:sldMkLst>
      </pc:sldChg>
      <pc:sldChg chg="delSp add del mod">
        <pc:chgData name="Đức Nguyễn" userId="3126f1b8474e2ef2" providerId="LiveId" clId="{CDF5C188-2F97-4AD2-B3E9-BA2DB58098BF}" dt="2025-04-27T17:29:12.457" v="1133" actId="47"/>
        <pc:sldMkLst>
          <pc:docMk/>
          <pc:sldMk cId="0" sldId="319"/>
        </pc:sldMkLst>
      </pc:sldChg>
      <pc:sldChg chg="del">
        <pc:chgData name="Đức Nguyễn" userId="3126f1b8474e2ef2" providerId="LiveId" clId="{CDF5C188-2F97-4AD2-B3E9-BA2DB58098BF}" dt="2025-04-27T15:03:15.948" v="71" actId="47"/>
        <pc:sldMkLst>
          <pc:docMk/>
          <pc:sldMk cId="0" sldId="320"/>
        </pc:sldMkLst>
      </pc:sldChg>
      <pc:sldChg chg="del">
        <pc:chgData name="Đức Nguyễn" userId="3126f1b8474e2ef2" providerId="LiveId" clId="{CDF5C188-2F97-4AD2-B3E9-BA2DB58098BF}" dt="2025-04-27T15:03:15.948" v="71" actId="47"/>
        <pc:sldMkLst>
          <pc:docMk/>
          <pc:sldMk cId="0" sldId="321"/>
        </pc:sldMkLst>
      </pc:sldChg>
      <pc:sldChg chg="del">
        <pc:chgData name="Đức Nguyễn" userId="3126f1b8474e2ef2" providerId="LiveId" clId="{CDF5C188-2F97-4AD2-B3E9-BA2DB58098BF}" dt="2025-04-27T15:03:15.948" v="71" actId="47"/>
        <pc:sldMkLst>
          <pc:docMk/>
          <pc:sldMk cId="0" sldId="322"/>
        </pc:sldMkLst>
      </pc:sldChg>
      <pc:sldChg chg="addSp delSp modSp mod">
        <pc:chgData name="Đức Nguyễn" userId="3126f1b8474e2ef2" providerId="LiveId" clId="{CDF5C188-2F97-4AD2-B3E9-BA2DB58098BF}" dt="2025-04-27T15:09:57.151" v="433" actId="255"/>
        <pc:sldMkLst>
          <pc:docMk/>
          <pc:sldMk cId="2582204531" sldId="323"/>
        </pc:sldMkLst>
        <pc:spChg chg="add mod">
          <ac:chgData name="Đức Nguyễn" userId="3126f1b8474e2ef2" providerId="LiveId" clId="{CDF5C188-2F97-4AD2-B3E9-BA2DB58098BF}" dt="2025-04-27T15:09:49.921" v="432" actId="255"/>
          <ac:spMkLst>
            <pc:docMk/>
            <pc:sldMk cId="2582204531" sldId="323"/>
            <ac:spMk id="6" creationId="{A6BE644E-861C-73DA-36A1-66763B4C4D2C}"/>
          </ac:spMkLst>
        </pc:spChg>
        <pc:spChg chg="add mod">
          <ac:chgData name="Đức Nguyễn" userId="3126f1b8474e2ef2" providerId="LiveId" clId="{CDF5C188-2F97-4AD2-B3E9-BA2DB58098BF}" dt="2025-04-27T15:04:46.887" v="96" actId="1076"/>
          <ac:spMkLst>
            <pc:docMk/>
            <pc:sldMk cId="2582204531" sldId="323"/>
            <ac:spMk id="7" creationId="{7857CEE2-1111-4B7A-F691-85A7520AD5D0}"/>
          </ac:spMkLst>
        </pc:spChg>
        <pc:spChg chg="add mod">
          <ac:chgData name="Đức Nguyễn" userId="3126f1b8474e2ef2" providerId="LiveId" clId="{CDF5C188-2F97-4AD2-B3E9-BA2DB58098BF}" dt="2025-04-27T15:09:09.795" v="429" actId="1076"/>
          <ac:spMkLst>
            <pc:docMk/>
            <pc:sldMk cId="2582204531" sldId="323"/>
            <ac:spMk id="8" creationId="{350145DA-5BC3-C94C-1BE4-C64B0679CE7C}"/>
          </ac:spMkLst>
        </pc:spChg>
        <pc:spChg chg="add mod">
          <ac:chgData name="Đức Nguyễn" userId="3126f1b8474e2ef2" providerId="LiveId" clId="{CDF5C188-2F97-4AD2-B3E9-BA2DB58098BF}" dt="2025-04-27T15:09:57.151" v="433" actId="255"/>
          <ac:spMkLst>
            <pc:docMk/>
            <pc:sldMk cId="2582204531" sldId="323"/>
            <ac:spMk id="9" creationId="{815482CC-E166-8C82-F92A-9EA6D53E5A23}"/>
          </ac:spMkLst>
        </pc:spChg>
        <pc:spChg chg="add mod">
          <ac:chgData name="Đức Nguyễn" userId="3126f1b8474e2ef2" providerId="LiveId" clId="{CDF5C188-2F97-4AD2-B3E9-BA2DB58098BF}" dt="2025-04-27T15:04:46.887" v="96" actId="1076"/>
          <ac:spMkLst>
            <pc:docMk/>
            <pc:sldMk cId="2582204531" sldId="323"/>
            <ac:spMk id="10" creationId="{FA256370-9CF8-4CBB-1221-774022AD9A40}"/>
          </ac:spMkLst>
        </pc:spChg>
        <pc:spChg chg="add mod">
          <ac:chgData name="Đức Nguyễn" userId="3126f1b8474e2ef2" providerId="LiveId" clId="{CDF5C188-2F97-4AD2-B3E9-BA2DB58098BF}" dt="2025-04-27T15:09:42.940" v="431" actId="255"/>
          <ac:spMkLst>
            <pc:docMk/>
            <pc:sldMk cId="2582204531" sldId="323"/>
            <ac:spMk id="11" creationId="{92ACD938-02EA-57A1-67FC-3333FE5EC5E2}"/>
          </ac:spMkLst>
        </pc:spChg>
        <pc:spChg chg="add mod">
          <ac:chgData name="Đức Nguyễn" userId="3126f1b8474e2ef2" providerId="LiveId" clId="{CDF5C188-2F97-4AD2-B3E9-BA2DB58098BF}" dt="2025-04-27T15:09:27.913" v="430" actId="255"/>
          <ac:spMkLst>
            <pc:docMk/>
            <pc:sldMk cId="2582204531" sldId="323"/>
            <ac:spMk id="12" creationId="{828D38FB-C0FC-3047-95E7-7E1B51503C21}"/>
          </ac:spMkLst>
        </pc:spChg>
      </pc:sldChg>
      <pc:sldChg chg="addSp delSp modSp add mod">
        <pc:chgData name="Đức Nguyễn" userId="3126f1b8474e2ef2" providerId="LiveId" clId="{CDF5C188-2F97-4AD2-B3E9-BA2DB58098BF}" dt="2025-05-05T10:03:37.019" v="1234" actId="20577"/>
        <pc:sldMkLst>
          <pc:docMk/>
          <pc:sldMk cId="3527278330" sldId="324"/>
        </pc:sldMkLst>
        <pc:spChg chg="add mod">
          <ac:chgData name="Đức Nguyễn" userId="3126f1b8474e2ef2" providerId="LiveId" clId="{CDF5C188-2F97-4AD2-B3E9-BA2DB58098BF}" dt="2025-05-05T10:03:37.019" v="1234" actId="20577"/>
          <ac:spMkLst>
            <pc:docMk/>
            <pc:sldMk cId="3527278330" sldId="324"/>
            <ac:spMk id="2" creationId="{141FBF7D-973B-8513-D9C7-72D6958AE015}"/>
          </ac:spMkLst>
        </pc:spChg>
        <pc:spChg chg="add mod">
          <ac:chgData name="Đức Nguyễn" userId="3126f1b8474e2ef2" providerId="LiveId" clId="{CDF5C188-2F97-4AD2-B3E9-BA2DB58098BF}" dt="2025-04-27T15:38:16.293" v="441" actId="255"/>
          <ac:spMkLst>
            <pc:docMk/>
            <pc:sldMk cId="3527278330" sldId="324"/>
            <ac:spMk id="3" creationId="{A2971D7E-D1CB-E7B2-97F2-63BAEB2BC442}"/>
          </ac:spMkLst>
        </pc:spChg>
      </pc:sldChg>
      <pc:sldChg chg="addSp modSp add mod">
        <pc:chgData name="Đức Nguyễn" userId="3126f1b8474e2ef2" providerId="LiveId" clId="{CDF5C188-2F97-4AD2-B3E9-BA2DB58098BF}" dt="2025-04-27T15:44:31.971" v="476" actId="20577"/>
        <pc:sldMkLst>
          <pc:docMk/>
          <pc:sldMk cId="327068713" sldId="325"/>
        </pc:sldMkLst>
        <pc:spChg chg="mod">
          <ac:chgData name="Đức Nguyễn" userId="3126f1b8474e2ef2" providerId="LiveId" clId="{CDF5C188-2F97-4AD2-B3E9-BA2DB58098BF}" dt="2025-04-27T15:44:31.971" v="476" actId="20577"/>
          <ac:spMkLst>
            <pc:docMk/>
            <pc:sldMk cId="327068713" sldId="325"/>
            <ac:spMk id="5" creationId="{EDBA2DB8-EB5F-8106-CFB9-AE71975B6357}"/>
          </ac:spMkLst>
        </pc:spChg>
        <pc:picChg chg="add mod">
          <ac:chgData name="Đức Nguyễn" userId="3126f1b8474e2ef2" providerId="LiveId" clId="{CDF5C188-2F97-4AD2-B3E9-BA2DB58098BF}" dt="2025-04-27T15:39:36.797" v="451" actId="1076"/>
          <ac:picMkLst>
            <pc:docMk/>
            <pc:sldMk cId="327068713" sldId="325"/>
            <ac:picMk id="3" creationId="{5DF270F4-3FB2-96EB-0431-C92EC332333C}"/>
          </ac:picMkLst>
        </pc:picChg>
      </pc:sldChg>
      <pc:sldChg chg="addSp delSp modSp add mod ord">
        <pc:chgData name="Đức Nguyễn" userId="3126f1b8474e2ef2" providerId="LiveId" clId="{CDF5C188-2F97-4AD2-B3E9-BA2DB58098BF}" dt="2025-04-27T15:55:37.143" v="615" actId="207"/>
        <pc:sldMkLst>
          <pc:docMk/>
          <pc:sldMk cId="1170581623" sldId="326"/>
        </pc:sldMkLst>
        <pc:spChg chg="mod">
          <ac:chgData name="Đức Nguyễn" userId="3126f1b8474e2ef2" providerId="LiveId" clId="{CDF5C188-2F97-4AD2-B3E9-BA2DB58098BF}" dt="2025-04-27T15:55:37.143" v="615" actId="207"/>
          <ac:spMkLst>
            <pc:docMk/>
            <pc:sldMk cId="1170581623" sldId="326"/>
            <ac:spMk id="5" creationId="{1AA4F23E-8D3A-15DB-C5F4-66B6642B1CA3}"/>
          </ac:spMkLst>
        </pc:spChg>
        <pc:picChg chg="add mod">
          <ac:chgData name="Đức Nguyễn" userId="3126f1b8474e2ef2" providerId="LiveId" clId="{CDF5C188-2F97-4AD2-B3E9-BA2DB58098BF}" dt="2025-04-27T15:55:13.456" v="613" actId="1076"/>
          <ac:picMkLst>
            <pc:docMk/>
            <pc:sldMk cId="1170581623" sldId="326"/>
            <ac:picMk id="6" creationId="{630F610B-E758-D05F-676F-223A43B6A856}"/>
          </ac:picMkLst>
        </pc:picChg>
      </pc:sldChg>
      <pc:sldChg chg="addSp modSp add mod">
        <pc:chgData name="Đức Nguyễn" userId="3126f1b8474e2ef2" providerId="LiveId" clId="{CDF5C188-2F97-4AD2-B3E9-BA2DB58098BF}" dt="2025-04-27T15:57:49.782" v="682" actId="20577"/>
        <pc:sldMkLst>
          <pc:docMk/>
          <pc:sldMk cId="2870718367" sldId="327"/>
        </pc:sldMkLst>
        <pc:spChg chg="add mod">
          <ac:chgData name="Đức Nguyễn" userId="3126f1b8474e2ef2" providerId="LiveId" clId="{CDF5C188-2F97-4AD2-B3E9-BA2DB58098BF}" dt="2025-04-27T15:57:49.782" v="682" actId="20577"/>
          <ac:spMkLst>
            <pc:docMk/>
            <pc:sldMk cId="2870718367" sldId="327"/>
            <ac:spMk id="3" creationId="{D1B36AFB-079D-C682-5686-EFA94E82101A}"/>
          </ac:spMkLst>
        </pc:spChg>
        <pc:spChg chg="mod">
          <ac:chgData name="Đức Nguyễn" userId="3126f1b8474e2ef2" providerId="LiveId" clId="{CDF5C188-2F97-4AD2-B3E9-BA2DB58098BF}" dt="2025-04-27T15:56:36.252" v="627" actId="1076"/>
          <ac:spMkLst>
            <pc:docMk/>
            <pc:sldMk cId="2870718367" sldId="327"/>
            <ac:spMk id="5" creationId="{9EB341D2-3F4F-47A5-96F8-DB879BBB433E}"/>
          </ac:spMkLst>
        </pc:spChg>
        <pc:graphicFrameChg chg="add mod modGraphic">
          <ac:chgData name="Đức Nguyễn" userId="3126f1b8474e2ef2" providerId="LiveId" clId="{CDF5C188-2F97-4AD2-B3E9-BA2DB58098BF}" dt="2025-04-27T15:42:07.189" v="458" actId="14100"/>
          <ac:graphicFrameMkLst>
            <pc:docMk/>
            <pc:sldMk cId="2870718367" sldId="327"/>
            <ac:graphicFrameMk id="2" creationId="{2E6FD51A-E592-E511-AFDB-221283BA7059}"/>
          </ac:graphicFrameMkLst>
        </pc:graphicFrameChg>
      </pc:sldChg>
      <pc:sldChg chg="addSp modSp add mod">
        <pc:chgData name="Đức Nguyễn" userId="3126f1b8474e2ef2" providerId="LiveId" clId="{CDF5C188-2F97-4AD2-B3E9-BA2DB58098BF}" dt="2025-04-27T16:37:06.718" v="716" actId="20577"/>
        <pc:sldMkLst>
          <pc:docMk/>
          <pc:sldMk cId="4267492678" sldId="328"/>
        </pc:sldMkLst>
        <pc:spChg chg="mod">
          <ac:chgData name="Đức Nguyễn" userId="3126f1b8474e2ef2" providerId="LiveId" clId="{CDF5C188-2F97-4AD2-B3E9-BA2DB58098BF}" dt="2025-04-27T16:37:06.718" v="716" actId="20577"/>
          <ac:spMkLst>
            <pc:docMk/>
            <pc:sldMk cId="4267492678" sldId="328"/>
            <ac:spMk id="5" creationId="{47A95974-4A6A-BC27-C383-5E8C29939E05}"/>
          </ac:spMkLst>
        </pc:spChg>
        <pc:graphicFrameChg chg="add mod modGraphic">
          <ac:chgData name="Đức Nguyễn" userId="3126f1b8474e2ef2" providerId="LiveId" clId="{CDF5C188-2F97-4AD2-B3E9-BA2DB58098BF}" dt="2025-04-27T16:36:42.711" v="707" actId="1076"/>
          <ac:graphicFrameMkLst>
            <pc:docMk/>
            <pc:sldMk cId="4267492678" sldId="328"/>
            <ac:graphicFrameMk id="2" creationId="{DD2A0814-DBE8-8C92-0C9B-8D1CD0175D78}"/>
          </ac:graphicFrameMkLst>
        </pc:graphicFrameChg>
      </pc:sldChg>
      <pc:sldChg chg="addSp modSp add mod">
        <pc:chgData name="Đức Nguyễn" userId="3126f1b8474e2ef2" providerId="LiveId" clId="{CDF5C188-2F97-4AD2-B3E9-BA2DB58098BF}" dt="2025-04-27T16:38:03.382" v="740" actId="20577"/>
        <pc:sldMkLst>
          <pc:docMk/>
          <pc:sldMk cId="993424970" sldId="329"/>
        </pc:sldMkLst>
        <pc:spChg chg="mod">
          <ac:chgData name="Đức Nguyễn" userId="3126f1b8474e2ef2" providerId="LiveId" clId="{CDF5C188-2F97-4AD2-B3E9-BA2DB58098BF}" dt="2025-04-27T16:38:03.382" v="740" actId="20577"/>
          <ac:spMkLst>
            <pc:docMk/>
            <pc:sldMk cId="993424970" sldId="329"/>
            <ac:spMk id="5" creationId="{2A6222BC-8EDC-DB38-A929-8FFAD24AA432}"/>
          </ac:spMkLst>
        </pc:spChg>
        <pc:graphicFrameChg chg="add mod modGraphic">
          <ac:chgData name="Đức Nguyễn" userId="3126f1b8474e2ef2" providerId="LiveId" clId="{CDF5C188-2F97-4AD2-B3E9-BA2DB58098BF}" dt="2025-04-27T16:37:46.304" v="721" actId="1076"/>
          <ac:graphicFrameMkLst>
            <pc:docMk/>
            <pc:sldMk cId="993424970" sldId="329"/>
            <ac:graphicFrameMk id="2" creationId="{16FE1C97-8D35-2547-BFBD-BDF6CC145BAB}"/>
          </ac:graphicFrameMkLst>
        </pc:graphicFrameChg>
      </pc:sldChg>
      <pc:sldChg chg="addSp delSp modSp add mod">
        <pc:chgData name="Đức Nguyễn" userId="3126f1b8474e2ef2" providerId="LiveId" clId="{CDF5C188-2F97-4AD2-B3E9-BA2DB58098BF}" dt="2025-04-27T16:41:41.362" v="786" actId="20577"/>
        <pc:sldMkLst>
          <pc:docMk/>
          <pc:sldMk cId="692437710" sldId="330"/>
        </pc:sldMkLst>
        <pc:spChg chg="mod">
          <ac:chgData name="Đức Nguyễn" userId="3126f1b8474e2ef2" providerId="LiveId" clId="{CDF5C188-2F97-4AD2-B3E9-BA2DB58098BF}" dt="2025-04-27T16:41:41.362" v="786" actId="20577"/>
          <ac:spMkLst>
            <pc:docMk/>
            <pc:sldMk cId="692437710" sldId="330"/>
            <ac:spMk id="5" creationId="{D715A152-6EBB-E113-ECF7-A013B7811A69}"/>
          </ac:spMkLst>
        </pc:spChg>
        <pc:graphicFrameChg chg="add mod modGraphic">
          <ac:chgData name="Đức Nguyễn" userId="3126f1b8474e2ef2" providerId="LiveId" clId="{CDF5C188-2F97-4AD2-B3E9-BA2DB58098BF}" dt="2025-04-27T16:41:00.377" v="761" actId="13238"/>
          <ac:graphicFrameMkLst>
            <pc:docMk/>
            <pc:sldMk cId="692437710" sldId="330"/>
            <ac:graphicFrameMk id="3" creationId="{CB6AFBE1-5FE4-A69E-BDDE-E20F9912F96B}"/>
          </ac:graphicFrameMkLst>
        </pc:graphicFrameChg>
      </pc:sldChg>
      <pc:sldChg chg="addSp modSp add mod">
        <pc:chgData name="Đức Nguyễn" userId="3126f1b8474e2ef2" providerId="LiveId" clId="{CDF5C188-2F97-4AD2-B3E9-BA2DB58098BF}" dt="2025-04-27T16:43:34.530" v="832" actId="20577"/>
        <pc:sldMkLst>
          <pc:docMk/>
          <pc:sldMk cId="2950009062" sldId="331"/>
        </pc:sldMkLst>
        <pc:spChg chg="mod">
          <ac:chgData name="Đức Nguyễn" userId="3126f1b8474e2ef2" providerId="LiveId" clId="{CDF5C188-2F97-4AD2-B3E9-BA2DB58098BF}" dt="2025-04-27T16:43:34.530" v="832" actId="20577"/>
          <ac:spMkLst>
            <pc:docMk/>
            <pc:sldMk cId="2950009062" sldId="331"/>
            <ac:spMk id="5" creationId="{27D103A8-208B-555D-8A9B-F4E29FA17890}"/>
          </ac:spMkLst>
        </pc:spChg>
        <pc:graphicFrameChg chg="add mod modGraphic">
          <ac:chgData name="Đức Nguyễn" userId="3126f1b8474e2ef2" providerId="LiveId" clId="{CDF5C188-2F97-4AD2-B3E9-BA2DB58098BF}" dt="2025-04-27T16:43:19.153" v="807" actId="1076"/>
          <ac:graphicFrameMkLst>
            <pc:docMk/>
            <pc:sldMk cId="2950009062" sldId="331"/>
            <ac:graphicFrameMk id="2" creationId="{A07624AE-7045-57E3-CDC2-714204911AC2}"/>
          </ac:graphicFrameMkLst>
        </pc:graphicFrameChg>
      </pc:sldChg>
      <pc:sldChg chg="addSp delSp modSp add mod">
        <pc:chgData name="Đức Nguyễn" userId="3126f1b8474e2ef2" providerId="LiveId" clId="{CDF5C188-2F97-4AD2-B3E9-BA2DB58098BF}" dt="2025-04-27T16:47:09.790" v="847" actId="1076"/>
        <pc:sldMkLst>
          <pc:docMk/>
          <pc:sldMk cId="1926265869" sldId="332"/>
        </pc:sldMkLst>
        <pc:spChg chg="add mod">
          <ac:chgData name="Đức Nguyễn" userId="3126f1b8474e2ef2" providerId="LiveId" clId="{CDF5C188-2F97-4AD2-B3E9-BA2DB58098BF}" dt="2025-04-27T16:45:43.273" v="838" actId="255"/>
          <ac:spMkLst>
            <pc:docMk/>
            <pc:sldMk cId="1926265869" sldId="332"/>
            <ac:spMk id="2" creationId="{AC367D69-A865-E435-983F-FBD8A6616A0B}"/>
          </ac:spMkLst>
        </pc:spChg>
        <pc:spChg chg="add mod">
          <ac:chgData name="Đức Nguyễn" userId="3126f1b8474e2ef2" providerId="LiveId" clId="{CDF5C188-2F97-4AD2-B3E9-BA2DB58098BF}" dt="2025-04-27T16:45:43.273" v="838" actId="255"/>
          <ac:spMkLst>
            <pc:docMk/>
            <pc:sldMk cId="1926265869" sldId="332"/>
            <ac:spMk id="3" creationId="{957A956B-E583-9879-D303-CE059BE395D9}"/>
          </ac:spMkLst>
        </pc:spChg>
        <pc:picChg chg="add mod">
          <ac:chgData name="Đức Nguyễn" userId="3126f1b8474e2ef2" providerId="LiveId" clId="{CDF5C188-2F97-4AD2-B3E9-BA2DB58098BF}" dt="2025-04-27T16:47:09.790" v="847" actId="1076"/>
          <ac:picMkLst>
            <pc:docMk/>
            <pc:sldMk cId="1926265869" sldId="332"/>
            <ac:picMk id="6" creationId="{64AD5614-BE50-6008-61D8-D0D3B89C3110}"/>
          </ac:picMkLst>
        </pc:picChg>
      </pc:sldChg>
      <pc:sldChg chg="addSp delSp modSp add mod">
        <pc:chgData name="Đức Nguyễn" userId="3126f1b8474e2ef2" providerId="LiveId" clId="{CDF5C188-2F97-4AD2-B3E9-BA2DB58098BF}" dt="2025-04-27T17:24:01.485" v="1058" actId="1076"/>
        <pc:sldMkLst>
          <pc:docMk/>
          <pc:sldMk cId="2214200673" sldId="333"/>
        </pc:sldMkLst>
        <pc:spChg chg="add mod">
          <ac:chgData name="Đức Nguyễn" userId="3126f1b8474e2ef2" providerId="LiveId" clId="{CDF5C188-2F97-4AD2-B3E9-BA2DB58098BF}" dt="2025-04-27T17:24:01.485" v="1058" actId="1076"/>
          <ac:spMkLst>
            <pc:docMk/>
            <pc:sldMk cId="2214200673" sldId="333"/>
            <ac:spMk id="2" creationId="{FB478F1C-4956-741D-1549-5ABF6C966D15}"/>
          </ac:spMkLst>
        </pc:spChg>
        <pc:picChg chg="add mod">
          <ac:chgData name="Đức Nguyễn" userId="3126f1b8474e2ef2" providerId="LiveId" clId="{CDF5C188-2F97-4AD2-B3E9-BA2DB58098BF}" dt="2025-04-27T17:11:55.711" v="856" actId="14100"/>
          <ac:picMkLst>
            <pc:docMk/>
            <pc:sldMk cId="2214200673" sldId="333"/>
            <ac:picMk id="4" creationId="{6C5107D6-E613-3906-A935-0EF721FB476E}"/>
          </ac:picMkLst>
        </pc:picChg>
      </pc:sldChg>
      <pc:sldChg chg="addSp delSp modSp add mod">
        <pc:chgData name="Đức Nguyễn" userId="3126f1b8474e2ef2" providerId="LiveId" clId="{CDF5C188-2F97-4AD2-B3E9-BA2DB58098BF}" dt="2025-04-27T17:12:31.409" v="863" actId="1076"/>
        <pc:sldMkLst>
          <pc:docMk/>
          <pc:sldMk cId="3525179679" sldId="334"/>
        </pc:sldMkLst>
        <pc:spChg chg="add mod">
          <ac:chgData name="Đức Nguyễn" userId="3126f1b8474e2ef2" providerId="LiveId" clId="{CDF5C188-2F97-4AD2-B3E9-BA2DB58098BF}" dt="2025-04-27T17:12:17.216" v="858" actId="1076"/>
          <ac:spMkLst>
            <pc:docMk/>
            <pc:sldMk cId="3525179679" sldId="334"/>
            <ac:spMk id="2" creationId="{30A63A0B-4B6A-0C0C-78C4-17067ED7963C}"/>
          </ac:spMkLst>
        </pc:spChg>
        <pc:picChg chg="add mod">
          <ac:chgData name="Đức Nguyễn" userId="3126f1b8474e2ef2" providerId="LiveId" clId="{CDF5C188-2F97-4AD2-B3E9-BA2DB58098BF}" dt="2025-04-27T17:12:31.409" v="863" actId="1076"/>
          <ac:picMkLst>
            <pc:docMk/>
            <pc:sldMk cId="3525179679" sldId="334"/>
            <ac:picMk id="4" creationId="{E0F72864-6BC7-488D-17C8-25500FD1D542}"/>
          </ac:picMkLst>
        </pc:picChg>
      </pc:sldChg>
      <pc:sldChg chg="addSp modSp add mod">
        <pc:chgData name="Đức Nguyễn" userId="3126f1b8474e2ef2" providerId="LiveId" clId="{CDF5C188-2F97-4AD2-B3E9-BA2DB58098BF}" dt="2025-04-27T17:21:18.540" v="1041" actId="14100"/>
        <pc:sldMkLst>
          <pc:docMk/>
          <pc:sldMk cId="3969924973" sldId="335"/>
        </pc:sldMkLst>
        <pc:spChg chg="mod">
          <ac:chgData name="Đức Nguyễn" userId="3126f1b8474e2ef2" providerId="LiveId" clId="{CDF5C188-2F97-4AD2-B3E9-BA2DB58098BF}" dt="2025-04-27T17:20:31.033" v="1031" actId="1076"/>
          <ac:spMkLst>
            <pc:docMk/>
            <pc:sldMk cId="3969924973" sldId="335"/>
            <ac:spMk id="5" creationId="{DE498926-4198-33AA-3DD8-785AB0A7D80E}"/>
          </ac:spMkLst>
        </pc:spChg>
        <pc:picChg chg="add mod">
          <ac:chgData name="Đức Nguyễn" userId="3126f1b8474e2ef2" providerId="LiveId" clId="{CDF5C188-2F97-4AD2-B3E9-BA2DB58098BF}" dt="2025-04-27T17:21:18.540" v="1041" actId="14100"/>
          <ac:picMkLst>
            <pc:docMk/>
            <pc:sldMk cId="3969924973" sldId="335"/>
            <ac:picMk id="3" creationId="{28B30DDB-F8B8-E04D-7549-9EA73BC4788F}"/>
          </ac:picMkLst>
        </pc:picChg>
      </pc:sldChg>
      <pc:sldChg chg="modSp add del mod">
        <pc:chgData name="Đức Nguyễn" userId="3126f1b8474e2ef2" providerId="LiveId" clId="{CDF5C188-2F97-4AD2-B3E9-BA2DB58098BF}" dt="2025-04-27T17:29:06.404" v="1132" actId="47"/>
        <pc:sldMkLst>
          <pc:docMk/>
          <pc:sldMk cId="4080135920" sldId="336"/>
        </pc:sldMkLst>
      </pc:sldChg>
      <pc:sldChg chg="addSp delSp modSp add mod">
        <pc:chgData name="Đức Nguyễn" userId="3126f1b8474e2ef2" providerId="LiveId" clId="{CDF5C188-2F97-4AD2-B3E9-BA2DB58098BF}" dt="2025-04-27T17:28:46.372" v="1129"/>
        <pc:sldMkLst>
          <pc:docMk/>
          <pc:sldMk cId="2576651612" sldId="337"/>
        </pc:sldMkLst>
        <pc:picChg chg="add mod">
          <ac:chgData name="Đức Nguyễn" userId="3126f1b8474e2ef2" providerId="LiveId" clId="{CDF5C188-2F97-4AD2-B3E9-BA2DB58098BF}" dt="2025-04-27T17:28:46.372" v="1129"/>
          <ac:picMkLst>
            <pc:docMk/>
            <pc:sldMk cId="2576651612" sldId="337"/>
            <ac:picMk id="5122" creationId="{2C23E488-2831-8802-6937-25BC6D6BDB96}"/>
          </ac:picMkLst>
        </pc:picChg>
      </pc:sldChg>
      <pc:sldChg chg="add del">
        <pc:chgData name="Đức Nguyễn" userId="3126f1b8474e2ef2" providerId="LiveId" clId="{CDF5C188-2F97-4AD2-B3E9-BA2DB58098BF}" dt="2025-04-27T17:29:14.968" v="1134" actId="47"/>
        <pc:sldMkLst>
          <pc:docMk/>
          <pc:sldMk cId="2385512879" sldId="338"/>
        </pc:sldMkLst>
      </pc:sldChg>
      <pc:sldChg chg="add del">
        <pc:chgData name="Đức Nguyễn" userId="3126f1b8474e2ef2" providerId="LiveId" clId="{CDF5C188-2F97-4AD2-B3E9-BA2DB58098BF}" dt="2025-04-27T17:29:12.457" v="1133" actId="47"/>
        <pc:sldMkLst>
          <pc:docMk/>
          <pc:sldMk cId="1110287670" sldId="339"/>
        </pc:sldMkLst>
      </pc:sldChg>
      <pc:sldChg chg="add del">
        <pc:chgData name="Đức Nguyễn" userId="3126f1b8474e2ef2" providerId="LiveId" clId="{CDF5C188-2F97-4AD2-B3E9-BA2DB58098BF}" dt="2025-04-27T17:29:12.457" v="1133" actId="47"/>
        <pc:sldMkLst>
          <pc:docMk/>
          <pc:sldMk cId="1710360803" sldId="340"/>
        </pc:sldMkLst>
      </pc:sldChg>
      <pc:sldChg chg="add del">
        <pc:chgData name="Đức Nguyễn" userId="3126f1b8474e2ef2" providerId="LiveId" clId="{CDF5C188-2F97-4AD2-B3E9-BA2DB58098BF}" dt="2025-04-27T17:29:12.457" v="1133" actId="47"/>
        <pc:sldMkLst>
          <pc:docMk/>
          <pc:sldMk cId="4089210551" sldId="341"/>
        </pc:sldMkLst>
      </pc:sldChg>
      <pc:sldChg chg="add del">
        <pc:chgData name="Đức Nguyễn" userId="3126f1b8474e2ef2" providerId="LiveId" clId="{CDF5C188-2F97-4AD2-B3E9-BA2DB58098BF}" dt="2025-04-27T17:29:12.457" v="1133" actId="47"/>
        <pc:sldMkLst>
          <pc:docMk/>
          <pc:sldMk cId="757111859" sldId="342"/>
        </pc:sldMkLst>
      </pc:sldChg>
      <pc:sldChg chg="addSp modSp add mod ord">
        <pc:chgData name="Đức Nguyễn" userId="3126f1b8474e2ef2" providerId="LiveId" clId="{CDF5C188-2F97-4AD2-B3E9-BA2DB58098BF}" dt="2025-04-27T15:47:36.951" v="560" actId="1076"/>
        <pc:sldMkLst>
          <pc:docMk/>
          <pc:sldMk cId="2995654424" sldId="343"/>
        </pc:sldMkLst>
        <pc:spChg chg="add mod">
          <ac:chgData name="Đức Nguyễn" userId="3126f1b8474e2ef2" providerId="LiveId" clId="{CDF5C188-2F97-4AD2-B3E9-BA2DB58098BF}" dt="2025-04-27T15:47:36.951" v="560" actId="1076"/>
          <ac:spMkLst>
            <pc:docMk/>
            <pc:sldMk cId="2995654424" sldId="343"/>
            <ac:spMk id="2" creationId="{2F420DB6-EA6D-9BE1-B9F9-C9931249A9DC}"/>
          </ac:spMkLst>
        </pc:spChg>
        <pc:spChg chg="mod">
          <ac:chgData name="Đức Nguyễn" userId="3126f1b8474e2ef2" providerId="LiveId" clId="{CDF5C188-2F97-4AD2-B3E9-BA2DB58098BF}" dt="2025-04-27T15:47:31.433" v="559" actId="20577"/>
          <ac:spMkLst>
            <pc:docMk/>
            <pc:sldMk cId="2995654424" sldId="343"/>
            <ac:spMk id="5" creationId="{A7C6942D-9398-D166-F15D-D2AEC34425CB}"/>
          </ac:spMkLst>
        </pc:spChg>
      </pc:sldChg>
      <pc:sldChg chg="addSp delSp modSp add mod ord">
        <pc:chgData name="Đức Nguyễn" userId="3126f1b8474e2ef2" providerId="LiveId" clId="{CDF5C188-2F97-4AD2-B3E9-BA2DB58098BF}" dt="2025-04-27T15:46:51.185" v="537" actId="255"/>
        <pc:sldMkLst>
          <pc:docMk/>
          <pc:sldMk cId="989914169" sldId="344"/>
        </pc:sldMkLst>
        <pc:spChg chg="add mod">
          <ac:chgData name="Đức Nguyễn" userId="3126f1b8474e2ef2" providerId="LiveId" clId="{CDF5C188-2F97-4AD2-B3E9-BA2DB58098BF}" dt="2025-04-27T15:46:03.399" v="532" actId="13822"/>
          <ac:spMkLst>
            <pc:docMk/>
            <pc:sldMk cId="989914169" sldId="344"/>
            <ac:spMk id="3" creationId="{EB2532DB-6B01-4F58-15B7-AF4308796E4B}"/>
          </ac:spMkLst>
        </pc:spChg>
        <pc:spChg chg="add mod">
          <ac:chgData name="Đức Nguyễn" userId="3126f1b8474e2ef2" providerId="LiveId" clId="{CDF5C188-2F97-4AD2-B3E9-BA2DB58098BF}" dt="2025-04-27T15:46:51.185" v="537" actId="255"/>
          <ac:spMkLst>
            <pc:docMk/>
            <pc:sldMk cId="989914169" sldId="344"/>
            <ac:spMk id="6" creationId="{96633178-D9D1-43B1-2ADA-BFF9B57835EB}"/>
          </ac:spMkLst>
        </pc:spChg>
      </pc:sldChg>
      <pc:sldChg chg="modSp add mod ord">
        <pc:chgData name="Đức Nguyễn" userId="3126f1b8474e2ef2" providerId="LiveId" clId="{CDF5C188-2F97-4AD2-B3E9-BA2DB58098BF}" dt="2025-05-05T10:04:22.618" v="1245"/>
        <pc:sldMkLst>
          <pc:docMk/>
          <pc:sldMk cId="1929945367" sldId="345"/>
        </pc:sldMkLst>
        <pc:spChg chg="mod">
          <ac:chgData name="Đức Nguyễn" userId="3126f1b8474e2ef2" providerId="LiveId" clId="{CDF5C188-2F97-4AD2-B3E9-BA2DB58098BF}" dt="2025-05-05T10:04:22.618" v="1245"/>
          <ac:spMkLst>
            <pc:docMk/>
            <pc:sldMk cId="1929945367" sldId="345"/>
            <ac:spMk id="2" creationId="{54B4EAD4-8E6F-1FAF-D4BB-9FCCD69E2C1F}"/>
          </ac:spMkLst>
        </pc:spChg>
      </pc:sldChg>
      <pc:sldChg chg="modSp add mod ord">
        <pc:chgData name="Đức Nguyễn" userId="3126f1b8474e2ef2" providerId="LiveId" clId="{CDF5C188-2F97-4AD2-B3E9-BA2DB58098BF}" dt="2025-04-27T17:25:08.944" v="1072"/>
        <pc:sldMkLst>
          <pc:docMk/>
          <pc:sldMk cId="4176425180" sldId="346"/>
        </pc:sldMkLst>
        <pc:spChg chg="mod">
          <ac:chgData name="Đức Nguyễn" userId="3126f1b8474e2ef2" providerId="LiveId" clId="{CDF5C188-2F97-4AD2-B3E9-BA2DB58098BF}" dt="2025-04-27T17:25:08.944" v="1072"/>
          <ac:spMkLst>
            <pc:docMk/>
            <pc:sldMk cId="4176425180" sldId="346"/>
            <ac:spMk id="2" creationId="{2BE18C0C-AC82-8F83-AB38-DB03F082B9A5}"/>
          </ac:spMkLst>
        </pc:spChg>
      </pc:sldChg>
      <pc:sldChg chg="addSp modSp add mod ord">
        <pc:chgData name="Đức Nguyễn" userId="3126f1b8474e2ef2" providerId="LiveId" clId="{CDF5C188-2F97-4AD2-B3E9-BA2DB58098BF}" dt="2025-04-27T17:25:27.870" v="1076" actId="14100"/>
        <pc:sldMkLst>
          <pc:docMk/>
          <pc:sldMk cId="1646490563" sldId="347"/>
        </pc:sldMkLst>
        <pc:spChg chg="mod">
          <ac:chgData name="Đức Nguyễn" userId="3126f1b8474e2ef2" providerId="LiveId" clId="{CDF5C188-2F97-4AD2-B3E9-BA2DB58098BF}" dt="2025-04-27T17:25:27.870" v="1076" actId="14100"/>
          <ac:spMkLst>
            <pc:docMk/>
            <pc:sldMk cId="1646490563" sldId="347"/>
            <ac:spMk id="2" creationId="{F58E5CAC-D853-4373-421A-3172B11F4C75}"/>
          </ac:spMkLst>
        </pc:spChg>
      </pc:sldChg>
      <pc:sldChg chg="addSp delSp modSp add mod ord">
        <pc:chgData name="Đức Nguyễn" userId="3126f1b8474e2ef2" providerId="LiveId" clId="{CDF5C188-2F97-4AD2-B3E9-BA2DB58098BF}" dt="2025-05-05T10:29:34.048" v="1278" actId="1076"/>
        <pc:sldMkLst>
          <pc:docMk/>
          <pc:sldMk cId="4105061115" sldId="348"/>
        </pc:sldMkLst>
        <pc:spChg chg="del mod">
          <ac:chgData name="Đức Nguyễn" userId="3126f1b8474e2ef2" providerId="LiveId" clId="{CDF5C188-2F97-4AD2-B3E9-BA2DB58098BF}" dt="2025-05-05T10:05:01.463" v="1248" actId="478"/>
          <ac:spMkLst>
            <pc:docMk/>
            <pc:sldMk cId="4105061115" sldId="348"/>
            <ac:spMk id="2" creationId="{26ACA9CA-31D7-B4D1-67F8-326A79D5BC80}"/>
          </ac:spMkLst>
        </pc:spChg>
        <pc:picChg chg="add mod">
          <ac:chgData name="Đức Nguyễn" userId="3126f1b8474e2ef2" providerId="LiveId" clId="{CDF5C188-2F97-4AD2-B3E9-BA2DB58098BF}" dt="2025-05-05T10:29:34.048" v="1278" actId="1076"/>
          <ac:picMkLst>
            <pc:docMk/>
            <pc:sldMk cId="4105061115" sldId="348"/>
            <ac:picMk id="4" creationId="{474D1B12-267A-C8D0-85DE-FC3D3C73C27F}"/>
          </ac:picMkLst>
        </pc:picChg>
      </pc:sldChg>
      <pc:sldChg chg="addSp modSp add mod">
        <pc:chgData name="Đức Nguyễn" userId="3126f1b8474e2ef2" providerId="LiveId" clId="{CDF5C188-2F97-4AD2-B3E9-BA2DB58098BF}" dt="2025-05-05T10:25:02.743" v="1275" actId="1076"/>
        <pc:sldMkLst>
          <pc:docMk/>
          <pc:sldMk cId="4009235258" sldId="349"/>
        </pc:sldMkLst>
        <pc:picChg chg="add mod">
          <ac:chgData name="Đức Nguyễn" userId="3126f1b8474e2ef2" providerId="LiveId" clId="{CDF5C188-2F97-4AD2-B3E9-BA2DB58098BF}" dt="2025-05-05T10:21:39.606" v="1271"/>
          <ac:picMkLst>
            <pc:docMk/>
            <pc:sldMk cId="4009235258" sldId="349"/>
            <ac:picMk id="3" creationId="{482A7AD2-D7B8-4537-13D8-EEE9C9567BD5}"/>
          </ac:picMkLst>
        </pc:picChg>
        <pc:picChg chg="add mod">
          <ac:chgData name="Đức Nguyễn" userId="3126f1b8474e2ef2" providerId="LiveId" clId="{CDF5C188-2F97-4AD2-B3E9-BA2DB58098BF}" dt="2025-05-05T10:25:02.743" v="1275" actId="1076"/>
          <ac:picMkLst>
            <pc:docMk/>
            <pc:sldMk cId="4009235258" sldId="349"/>
            <ac:picMk id="6" creationId="{335049F4-9FE0-7A56-8907-22547C0A0884}"/>
          </ac:picMkLst>
        </pc:picChg>
        <pc:picChg chg="add">
          <ac:chgData name="Đức Nguyễn" userId="3126f1b8474e2ef2" providerId="LiveId" clId="{CDF5C188-2F97-4AD2-B3E9-BA2DB58098BF}" dt="2025-05-05T10:20:56.456" v="1259"/>
          <ac:picMkLst>
            <pc:docMk/>
            <pc:sldMk cId="4009235258" sldId="349"/>
            <ac:picMk id="1026" creationId="{AC65B99C-8231-1A15-EF49-CF924B19AFAD}"/>
          </ac:picMkLst>
        </pc:picChg>
      </pc:sldChg>
      <pc:sldChg chg="addSp delSp modSp add mod">
        <pc:chgData name="Đức Nguyễn" userId="3126f1b8474e2ef2" providerId="LiveId" clId="{CDF5C188-2F97-4AD2-B3E9-BA2DB58098BF}" dt="2025-05-05T10:29:51.563" v="1283" actId="962"/>
        <pc:sldMkLst>
          <pc:docMk/>
          <pc:sldMk cId="1222584373" sldId="350"/>
        </pc:sldMkLst>
        <pc:spChg chg="add del">
          <ac:chgData name="Đức Nguyễn" userId="3126f1b8474e2ef2" providerId="LiveId" clId="{CDF5C188-2F97-4AD2-B3E9-BA2DB58098BF}" dt="2025-05-05T10:29:40.171" v="1280" actId="22"/>
          <ac:spMkLst>
            <pc:docMk/>
            <pc:sldMk cId="1222584373" sldId="350"/>
            <ac:spMk id="3" creationId="{F9701E05-0DF8-1959-82F6-E5B125C5E1AD}"/>
          </ac:spMkLst>
        </pc:spChg>
        <pc:picChg chg="add mod">
          <ac:chgData name="Đức Nguyễn" userId="3126f1b8474e2ef2" providerId="LiveId" clId="{CDF5C188-2F97-4AD2-B3E9-BA2DB58098BF}" dt="2025-05-05T10:29:51.563" v="1283" actId="962"/>
          <ac:picMkLst>
            <pc:docMk/>
            <pc:sldMk cId="1222584373" sldId="350"/>
            <ac:picMk id="6" creationId="{3FA11216-C2F1-CE6D-15D6-AF596B4CEFF2}"/>
          </ac:picMkLst>
        </pc:picChg>
      </pc:sldChg>
      <pc:sldMasterChg chg="addSldLayout delSldLayout">
        <pc:chgData name="Đức Nguyễn" userId="3126f1b8474e2ef2" providerId="LiveId" clId="{CDF5C188-2F97-4AD2-B3E9-BA2DB58098BF}" dt="2025-04-27T17:29:12.457" v="1133" actId="47"/>
        <pc:sldMasterMkLst>
          <pc:docMk/>
          <pc:sldMasterMk cId="0" sldId="2147483648"/>
        </pc:sldMasterMkLst>
        <pc:sldLayoutChg chg="del">
          <pc:chgData name="Đức Nguyễn" userId="3126f1b8474e2ef2" providerId="LiveId" clId="{CDF5C188-2F97-4AD2-B3E9-BA2DB58098BF}" dt="2025-04-27T15:03:15.948" v="71" actId="47"/>
          <pc:sldLayoutMkLst>
            <pc:docMk/>
            <pc:sldMasterMk cId="0" sldId="2147483648"/>
            <pc:sldLayoutMk cId="0" sldId="2147483649"/>
          </pc:sldLayoutMkLst>
        </pc:sldLayoutChg>
        <pc:sldLayoutChg chg="add del">
          <pc:chgData name="Đức Nguyễn" userId="3126f1b8474e2ef2" providerId="LiveId" clId="{CDF5C188-2F97-4AD2-B3E9-BA2DB58098BF}" dt="2025-04-27T17:29:12.457" v="1133" actId="47"/>
          <pc:sldLayoutMkLst>
            <pc:docMk/>
            <pc:sldMasterMk cId="0" sldId="2147483648"/>
            <pc:sldLayoutMk cId="0" sldId="2147483650"/>
          </pc:sldLayoutMkLst>
        </pc:sldLayoutChg>
        <pc:sldLayoutChg chg="del">
          <pc:chgData name="Đức Nguyễn" userId="3126f1b8474e2ef2" providerId="LiveId" clId="{CDF5C188-2F97-4AD2-B3E9-BA2DB58098BF}" dt="2025-04-27T15:03:15.948" v="71" actId="47"/>
          <pc:sldLayoutMkLst>
            <pc:docMk/>
            <pc:sldMasterMk cId="0" sldId="2147483648"/>
            <pc:sldLayoutMk cId="0" sldId="2147483651"/>
          </pc:sldLayoutMkLst>
        </pc:sldLayoutChg>
        <pc:sldLayoutChg chg="del">
          <pc:chgData name="Đức Nguyễn" userId="3126f1b8474e2ef2" providerId="LiveId" clId="{CDF5C188-2F97-4AD2-B3E9-BA2DB58098BF}" dt="2025-04-27T15:03:15.948" v="71" actId="47"/>
          <pc:sldLayoutMkLst>
            <pc:docMk/>
            <pc:sldMasterMk cId="0" sldId="2147483648"/>
            <pc:sldLayoutMk cId="0" sldId="2147483652"/>
          </pc:sldLayoutMkLst>
        </pc:sldLayoutChg>
        <pc:sldLayoutChg chg="del">
          <pc:chgData name="Đức Nguyễn" userId="3126f1b8474e2ef2" providerId="LiveId" clId="{CDF5C188-2F97-4AD2-B3E9-BA2DB58098BF}" dt="2025-04-27T15:03:15.948" v="71" actId="47"/>
          <pc:sldLayoutMkLst>
            <pc:docMk/>
            <pc:sldMasterMk cId="0" sldId="2147483648"/>
            <pc:sldLayoutMk cId="0" sldId="2147483654"/>
          </pc:sldLayoutMkLst>
        </pc:sldLayoutChg>
        <pc:sldLayoutChg chg="del">
          <pc:chgData name="Đức Nguyễn" userId="3126f1b8474e2ef2" providerId="LiveId" clId="{CDF5C188-2F97-4AD2-B3E9-BA2DB58098BF}" dt="2025-04-27T15:03:15.948" v="71" actId="47"/>
          <pc:sldLayoutMkLst>
            <pc:docMk/>
            <pc:sldMasterMk cId="0" sldId="2147483648"/>
            <pc:sldLayoutMk cId="0" sldId="2147483656"/>
          </pc:sldLayoutMkLst>
        </pc:sldLayoutChg>
        <pc:sldLayoutChg chg="del">
          <pc:chgData name="Đức Nguyễn" userId="3126f1b8474e2ef2" providerId="LiveId" clId="{CDF5C188-2F97-4AD2-B3E9-BA2DB58098BF}" dt="2025-04-27T15:03:15.948" v="71" actId="47"/>
          <pc:sldLayoutMkLst>
            <pc:docMk/>
            <pc:sldMasterMk cId="0" sldId="2147483648"/>
            <pc:sldLayoutMk cId="0" sldId="2147483657"/>
          </pc:sldLayoutMkLst>
        </pc:sldLayoutChg>
        <pc:sldLayoutChg chg="del">
          <pc:chgData name="Đức Nguyễn" userId="3126f1b8474e2ef2" providerId="LiveId" clId="{CDF5C188-2F97-4AD2-B3E9-BA2DB58098BF}" dt="2025-04-27T15:03:15.948" v="71" actId="47"/>
          <pc:sldLayoutMkLst>
            <pc:docMk/>
            <pc:sldMasterMk cId="0" sldId="2147483648"/>
            <pc:sldLayoutMk cId="0" sldId="2147483658"/>
          </pc:sldLayoutMkLst>
        </pc:sldLayoutChg>
        <pc:sldLayoutChg chg="del">
          <pc:chgData name="Đức Nguyễn" userId="3126f1b8474e2ef2" providerId="LiveId" clId="{CDF5C188-2F97-4AD2-B3E9-BA2DB58098BF}" dt="2025-04-27T15:03:15.948" v="71" actId="47"/>
          <pc:sldLayoutMkLst>
            <pc:docMk/>
            <pc:sldMasterMk cId="0" sldId="2147483648"/>
            <pc:sldLayoutMk cId="0" sldId="2147483659"/>
          </pc:sldLayoutMkLst>
        </pc:sldLayoutChg>
        <pc:sldLayoutChg chg="del">
          <pc:chgData name="Đức Nguyễn" userId="3126f1b8474e2ef2" providerId="LiveId" clId="{CDF5C188-2F97-4AD2-B3E9-BA2DB58098BF}" dt="2025-04-27T15:03:15.948" v="71" actId="47"/>
          <pc:sldLayoutMkLst>
            <pc:docMk/>
            <pc:sldMasterMk cId="0" sldId="2147483648"/>
            <pc:sldLayoutMk cId="0" sldId="214748366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32618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6"/>
          <p:cNvPicPr preferRelativeResize="0"/>
          <p:nvPr/>
        </p:nvPicPr>
        <p:blipFill rotWithShape="1">
          <a:blip r:embed="rId2"/>
          <a:srcRect l="4627" r="4636"/>
          <a:stretch>
            <a:fillRect/>
          </a:stretch>
        </p:blipFill>
        <p:spPr>
          <a:xfrm>
            <a:off x="0" y="100"/>
            <a:ext cx="91442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1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6"/>
          <p:cNvSpPr/>
          <p:nvPr/>
        </p:nvSpPr>
        <p:spPr>
          <a:xfrm flipH="1">
            <a:off x="751141" y="329449"/>
            <a:ext cx="62304" cy="61768"/>
          </a:xfrm>
          <a:custGeom>
            <a:avLst/>
            <a:gdLst/>
            <a:ahLst/>
            <a:cxnLst/>
            <a:rect l="l" t="t" r="r" b="b"/>
            <a:pathLst>
              <a:path w="2908" h="2883" extrusionOk="0">
                <a:moveTo>
                  <a:pt x="1454" y="401"/>
                </a:moveTo>
                <a:cubicBezTo>
                  <a:pt x="1730" y="401"/>
                  <a:pt x="1980" y="526"/>
                  <a:pt x="2181" y="702"/>
                </a:cubicBezTo>
                <a:cubicBezTo>
                  <a:pt x="2381" y="902"/>
                  <a:pt x="2481" y="1153"/>
                  <a:pt x="2481" y="1429"/>
                </a:cubicBezTo>
                <a:cubicBezTo>
                  <a:pt x="2481" y="2005"/>
                  <a:pt x="2005" y="2456"/>
                  <a:pt x="1454" y="2456"/>
                </a:cubicBezTo>
                <a:cubicBezTo>
                  <a:pt x="877" y="2456"/>
                  <a:pt x="426" y="2005"/>
                  <a:pt x="426" y="1429"/>
                </a:cubicBezTo>
                <a:cubicBezTo>
                  <a:pt x="426" y="852"/>
                  <a:pt x="877" y="401"/>
                  <a:pt x="1454" y="401"/>
                </a:cubicBezTo>
                <a:close/>
                <a:moveTo>
                  <a:pt x="1454" y="0"/>
                </a:moveTo>
                <a:cubicBezTo>
                  <a:pt x="652" y="0"/>
                  <a:pt x="0" y="627"/>
                  <a:pt x="0" y="1429"/>
                </a:cubicBezTo>
                <a:cubicBezTo>
                  <a:pt x="0" y="2231"/>
                  <a:pt x="652" y="2882"/>
                  <a:pt x="1454" y="2882"/>
                </a:cubicBezTo>
                <a:cubicBezTo>
                  <a:pt x="2256" y="2882"/>
                  <a:pt x="2882" y="2231"/>
                  <a:pt x="2908" y="1429"/>
                </a:cubicBezTo>
                <a:cubicBezTo>
                  <a:pt x="2908" y="1053"/>
                  <a:pt x="2757" y="702"/>
                  <a:pt x="2481" y="426"/>
                </a:cubicBezTo>
                <a:cubicBezTo>
                  <a:pt x="2206" y="150"/>
                  <a:pt x="1855" y="0"/>
                  <a:pt x="145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6"/>
          <p:cNvSpPr/>
          <p:nvPr/>
        </p:nvSpPr>
        <p:spPr>
          <a:xfrm flipH="1">
            <a:off x="466594" y="2148649"/>
            <a:ext cx="145004" cy="130521"/>
          </a:xfrm>
          <a:custGeom>
            <a:avLst/>
            <a:gdLst/>
            <a:ahLst/>
            <a:cxnLst/>
            <a:rect l="l" t="t" r="r" b="b"/>
            <a:pathLst>
              <a:path w="6768" h="6092" extrusionOk="0">
                <a:moveTo>
                  <a:pt x="3183" y="2357"/>
                </a:moveTo>
                <a:lnTo>
                  <a:pt x="3183" y="2357"/>
                </a:lnTo>
                <a:cubicBezTo>
                  <a:pt x="3634" y="2683"/>
                  <a:pt x="3935" y="3059"/>
                  <a:pt x="3910" y="3259"/>
                </a:cubicBezTo>
                <a:cubicBezTo>
                  <a:pt x="3910" y="3284"/>
                  <a:pt x="3910" y="3334"/>
                  <a:pt x="3785" y="3384"/>
                </a:cubicBezTo>
                <a:cubicBezTo>
                  <a:pt x="3743" y="3401"/>
                  <a:pt x="3704" y="3409"/>
                  <a:pt x="3668" y="3409"/>
                </a:cubicBezTo>
                <a:cubicBezTo>
                  <a:pt x="3596" y="3409"/>
                  <a:pt x="3534" y="3376"/>
                  <a:pt x="3484" y="3309"/>
                </a:cubicBezTo>
                <a:cubicBezTo>
                  <a:pt x="3309" y="3159"/>
                  <a:pt x="3208" y="2783"/>
                  <a:pt x="3183" y="2357"/>
                </a:cubicBezTo>
                <a:close/>
                <a:moveTo>
                  <a:pt x="4186" y="427"/>
                </a:moveTo>
                <a:cubicBezTo>
                  <a:pt x="4286" y="427"/>
                  <a:pt x="4386" y="452"/>
                  <a:pt x="4512" y="477"/>
                </a:cubicBezTo>
                <a:cubicBezTo>
                  <a:pt x="5890" y="978"/>
                  <a:pt x="5439" y="4186"/>
                  <a:pt x="5113" y="5615"/>
                </a:cubicBezTo>
                <a:cubicBezTo>
                  <a:pt x="3660" y="5214"/>
                  <a:pt x="602" y="4011"/>
                  <a:pt x="953" y="2432"/>
                </a:cubicBezTo>
                <a:cubicBezTo>
                  <a:pt x="1053" y="1981"/>
                  <a:pt x="1304" y="1755"/>
                  <a:pt x="1730" y="1755"/>
                </a:cubicBezTo>
                <a:cubicBezTo>
                  <a:pt x="2030" y="1755"/>
                  <a:pt x="2381" y="1881"/>
                  <a:pt x="2782" y="2081"/>
                </a:cubicBezTo>
                <a:cubicBezTo>
                  <a:pt x="2757" y="2607"/>
                  <a:pt x="2858" y="3259"/>
                  <a:pt x="3158" y="3610"/>
                </a:cubicBezTo>
                <a:cubicBezTo>
                  <a:pt x="3309" y="3760"/>
                  <a:pt x="3484" y="3835"/>
                  <a:pt x="3660" y="3835"/>
                </a:cubicBezTo>
                <a:cubicBezTo>
                  <a:pt x="3760" y="3835"/>
                  <a:pt x="3860" y="3810"/>
                  <a:pt x="3935" y="3785"/>
                </a:cubicBezTo>
                <a:cubicBezTo>
                  <a:pt x="4161" y="3685"/>
                  <a:pt x="4311" y="3510"/>
                  <a:pt x="4336" y="3284"/>
                </a:cubicBezTo>
                <a:cubicBezTo>
                  <a:pt x="4361" y="2808"/>
                  <a:pt x="3785" y="2231"/>
                  <a:pt x="3208" y="1856"/>
                </a:cubicBezTo>
                <a:cubicBezTo>
                  <a:pt x="3284" y="1129"/>
                  <a:pt x="3609" y="427"/>
                  <a:pt x="4186" y="427"/>
                </a:cubicBezTo>
                <a:close/>
                <a:moveTo>
                  <a:pt x="4186" y="1"/>
                </a:moveTo>
                <a:cubicBezTo>
                  <a:pt x="3359" y="1"/>
                  <a:pt x="2933" y="828"/>
                  <a:pt x="2807" y="1630"/>
                </a:cubicBezTo>
                <a:cubicBezTo>
                  <a:pt x="2431" y="1429"/>
                  <a:pt x="2056" y="1329"/>
                  <a:pt x="1730" y="1329"/>
                </a:cubicBezTo>
                <a:cubicBezTo>
                  <a:pt x="1103" y="1329"/>
                  <a:pt x="677" y="1680"/>
                  <a:pt x="552" y="2332"/>
                </a:cubicBezTo>
                <a:cubicBezTo>
                  <a:pt x="0" y="4738"/>
                  <a:pt x="4988" y="6041"/>
                  <a:pt x="5213" y="6091"/>
                </a:cubicBezTo>
                <a:lnTo>
                  <a:pt x="5264" y="6091"/>
                </a:lnTo>
                <a:cubicBezTo>
                  <a:pt x="5339" y="6091"/>
                  <a:pt x="5439" y="6016"/>
                  <a:pt x="5464" y="5941"/>
                </a:cubicBezTo>
                <a:cubicBezTo>
                  <a:pt x="5514" y="5715"/>
                  <a:pt x="6767" y="828"/>
                  <a:pt x="4637" y="101"/>
                </a:cubicBezTo>
                <a:cubicBezTo>
                  <a:pt x="4487" y="26"/>
                  <a:pt x="4336" y="1"/>
                  <a:pt x="418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6"/>
          <p:cNvSpPr/>
          <p:nvPr/>
        </p:nvSpPr>
        <p:spPr>
          <a:xfrm flipH="1">
            <a:off x="549291" y="3852186"/>
            <a:ext cx="62304" cy="61768"/>
          </a:xfrm>
          <a:custGeom>
            <a:avLst/>
            <a:gdLst/>
            <a:ahLst/>
            <a:cxnLst/>
            <a:rect l="l" t="t" r="r" b="b"/>
            <a:pathLst>
              <a:path w="2908" h="2883" extrusionOk="0">
                <a:moveTo>
                  <a:pt x="1454" y="401"/>
                </a:moveTo>
                <a:cubicBezTo>
                  <a:pt x="1730" y="401"/>
                  <a:pt x="1980" y="526"/>
                  <a:pt x="2181" y="702"/>
                </a:cubicBezTo>
                <a:cubicBezTo>
                  <a:pt x="2381" y="902"/>
                  <a:pt x="2481" y="1153"/>
                  <a:pt x="2481" y="1429"/>
                </a:cubicBezTo>
                <a:cubicBezTo>
                  <a:pt x="2481" y="2005"/>
                  <a:pt x="2005" y="2456"/>
                  <a:pt x="1454" y="2456"/>
                </a:cubicBezTo>
                <a:cubicBezTo>
                  <a:pt x="877" y="2456"/>
                  <a:pt x="426" y="2005"/>
                  <a:pt x="426" y="1429"/>
                </a:cubicBezTo>
                <a:cubicBezTo>
                  <a:pt x="426" y="852"/>
                  <a:pt x="877" y="401"/>
                  <a:pt x="1454" y="401"/>
                </a:cubicBezTo>
                <a:close/>
                <a:moveTo>
                  <a:pt x="1454" y="0"/>
                </a:moveTo>
                <a:cubicBezTo>
                  <a:pt x="652" y="0"/>
                  <a:pt x="0" y="627"/>
                  <a:pt x="0" y="1429"/>
                </a:cubicBezTo>
                <a:cubicBezTo>
                  <a:pt x="0" y="2231"/>
                  <a:pt x="652" y="2882"/>
                  <a:pt x="1454" y="2882"/>
                </a:cubicBezTo>
                <a:cubicBezTo>
                  <a:pt x="2256" y="2882"/>
                  <a:pt x="2882" y="2231"/>
                  <a:pt x="2908" y="1429"/>
                </a:cubicBezTo>
                <a:cubicBezTo>
                  <a:pt x="2908" y="1053"/>
                  <a:pt x="2757" y="702"/>
                  <a:pt x="2481" y="426"/>
                </a:cubicBezTo>
                <a:cubicBezTo>
                  <a:pt x="2206" y="150"/>
                  <a:pt x="1855" y="0"/>
                  <a:pt x="145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6"/>
          <p:cNvSpPr/>
          <p:nvPr/>
        </p:nvSpPr>
        <p:spPr>
          <a:xfrm flipH="1">
            <a:off x="4825619" y="4662511"/>
            <a:ext cx="145004" cy="130521"/>
          </a:xfrm>
          <a:custGeom>
            <a:avLst/>
            <a:gdLst/>
            <a:ahLst/>
            <a:cxnLst/>
            <a:rect l="l" t="t" r="r" b="b"/>
            <a:pathLst>
              <a:path w="6768" h="6092" extrusionOk="0">
                <a:moveTo>
                  <a:pt x="3183" y="2357"/>
                </a:moveTo>
                <a:lnTo>
                  <a:pt x="3183" y="2357"/>
                </a:lnTo>
                <a:cubicBezTo>
                  <a:pt x="3634" y="2683"/>
                  <a:pt x="3935" y="3059"/>
                  <a:pt x="3910" y="3259"/>
                </a:cubicBezTo>
                <a:cubicBezTo>
                  <a:pt x="3910" y="3284"/>
                  <a:pt x="3910" y="3334"/>
                  <a:pt x="3785" y="3384"/>
                </a:cubicBezTo>
                <a:cubicBezTo>
                  <a:pt x="3743" y="3401"/>
                  <a:pt x="3704" y="3409"/>
                  <a:pt x="3668" y="3409"/>
                </a:cubicBezTo>
                <a:cubicBezTo>
                  <a:pt x="3596" y="3409"/>
                  <a:pt x="3534" y="3376"/>
                  <a:pt x="3484" y="3309"/>
                </a:cubicBezTo>
                <a:cubicBezTo>
                  <a:pt x="3309" y="3159"/>
                  <a:pt x="3208" y="2783"/>
                  <a:pt x="3183" y="2357"/>
                </a:cubicBezTo>
                <a:close/>
                <a:moveTo>
                  <a:pt x="4186" y="427"/>
                </a:moveTo>
                <a:cubicBezTo>
                  <a:pt x="4286" y="427"/>
                  <a:pt x="4386" y="452"/>
                  <a:pt x="4512" y="477"/>
                </a:cubicBezTo>
                <a:cubicBezTo>
                  <a:pt x="5890" y="978"/>
                  <a:pt x="5439" y="4186"/>
                  <a:pt x="5113" y="5615"/>
                </a:cubicBezTo>
                <a:cubicBezTo>
                  <a:pt x="3660" y="5214"/>
                  <a:pt x="602" y="4011"/>
                  <a:pt x="953" y="2432"/>
                </a:cubicBezTo>
                <a:cubicBezTo>
                  <a:pt x="1053" y="1981"/>
                  <a:pt x="1304" y="1755"/>
                  <a:pt x="1730" y="1755"/>
                </a:cubicBezTo>
                <a:cubicBezTo>
                  <a:pt x="2030" y="1755"/>
                  <a:pt x="2381" y="1881"/>
                  <a:pt x="2782" y="2081"/>
                </a:cubicBezTo>
                <a:cubicBezTo>
                  <a:pt x="2757" y="2607"/>
                  <a:pt x="2858" y="3259"/>
                  <a:pt x="3158" y="3610"/>
                </a:cubicBezTo>
                <a:cubicBezTo>
                  <a:pt x="3309" y="3760"/>
                  <a:pt x="3484" y="3835"/>
                  <a:pt x="3660" y="3835"/>
                </a:cubicBezTo>
                <a:cubicBezTo>
                  <a:pt x="3760" y="3835"/>
                  <a:pt x="3860" y="3810"/>
                  <a:pt x="3935" y="3785"/>
                </a:cubicBezTo>
                <a:cubicBezTo>
                  <a:pt x="4161" y="3685"/>
                  <a:pt x="4311" y="3510"/>
                  <a:pt x="4336" y="3284"/>
                </a:cubicBezTo>
                <a:cubicBezTo>
                  <a:pt x="4361" y="2808"/>
                  <a:pt x="3785" y="2231"/>
                  <a:pt x="3208" y="1856"/>
                </a:cubicBezTo>
                <a:cubicBezTo>
                  <a:pt x="3284" y="1129"/>
                  <a:pt x="3609" y="427"/>
                  <a:pt x="4186" y="427"/>
                </a:cubicBezTo>
                <a:close/>
                <a:moveTo>
                  <a:pt x="4186" y="1"/>
                </a:moveTo>
                <a:cubicBezTo>
                  <a:pt x="3359" y="1"/>
                  <a:pt x="2933" y="828"/>
                  <a:pt x="2807" y="1630"/>
                </a:cubicBezTo>
                <a:cubicBezTo>
                  <a:pt x="2431" y="1429"/>
                  <a:pt x="2056" y="1329"/>
                  <a:pt x="1730" y="1329"/>
                </a:cubicBezTo>
                <a:cubicBezTo>
                  <a:pt x="1103" y="1329"/>
                  <a:pt x="677" y="1680"/>
                  <a:pt x="552" y="2332"/>
                </a:cubicBezTo>
                <a:cubicBezTo>
                  <a:pt x="0" y="4738"/>
                  <a:pt x="4988" y="6041"/>
                  <a:pt x="5213" y="6091"/>
                </a:cubicBezTo>
                <a:lnTo>
                  <a:pt x="5264" y="6091"/>
                </a:lnTo>
                <a:cubicBezTo>
                  <a:pt x="5339" y="6091"/>
                  <a:pt x="5439" y="6016"/>
                  <a:pt x="5464" y="5941"/>
                </a:cubicBezTo>
                <a:cubicBezTo>
                  <a:pt x="5514" y="5715"/>
                  <a:pt x="6767" y="828"/>
                  <a:pt x="4637" y="101"/>
                </a:cubicBezTo>
                <a:cubicBezTo>
                  <a:pt x="4487" y="26"/>
                  <a:pt x="4336" y="1"/>
                  <a:pt x="418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" name="Google Shape;74;p6"/>
          <p:cNvGrpSpPr/>
          <p:nvPr/>
        </p:nvGrpSpPr>
        <p:grpSpPr>
          <a:xfrm flipH="1">
            <a:off x="3026957" y="391219"/>
            <a:ext cx="81094" cy="84329"/>
            <a:chOff x="8006752" y="2174332"/>
            <a:chExt cx="81094" cy="84329"/>
          </a:xfrm>
        </p:grpSpPr>
        <p:sp>
          <p:nvSpPr>
            <p:cNvPr id="75" name="Google Shape;75;p6"/>
            <p:cNvSpPr/>
            <p:nvPr/>
          </p:nvSpPr>
          <p:spPr>
            <a:xfrm>
              <a:off x="8045403" y="2174332"/>
              <a:ext cx="9706" cy="84329"/>
            </a:xfrm>
            <a:custGeom>
              <a:avLst/>
              <a:gdLst/>
              <a:ahLst/>
              <a:cxnLst/>
              <a:rect l="l" t="t" r="r" b="b"/>
              <a:pathLst>
                <a:path w="453" h="3936" extrusionOk="0">
                  <a:moveTo>
                    <a:pt x="227" y="0"/>
                  </a:moveTo>
                  <a:cubicBezTo>
                    <a:pt x="126" y="0"/>
                    <a:pt x="26" y="75"/>
                    <a:pt x="26" y="201"/>
                  </a:cubicBezTo>
                  <a:lnTo>
                    <a:pt x="1" y="3710"/>
                  </a:lnTo>
                  <a:cubicBezTo>
                    <a:pt x="1" y="3835"/>
                    <a:pt x="101" y="3935"/>
                    <a:pt x="201" y="3935"/>
                  </a:cubicBezTo>
                  <a:cubicBezTo>
                    <a:pt x="327" y="3935"/>
                    <a:pt x="427" y="3835"/>
                    <a:pt x="427" y="3710"/>
                  </a:cubicBezTo>
                  <a:lnTo>
                    <a:pt x="452" y="201"/>
                  </a:lnTo>
                  <a:cubicBezTo>
                    <a:pt x="452" y="75"/>
                    <a:pt x="352" y="0"/>
                    <a:pt x="2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6"/>
            <p:cNvSpPr/>
            <p:nvPr/>
          </p:nvSpPr>
          <p:spPr>
            <a:xfrm>
              <a:off x="8014273" y="2189501"/>
              <a:ext cx="72502" cy="52513"/>
            </a:xfrm>
            <a:custGeom>
              <a:avLst/>
              <a:gdLst/>
              <a:ahLst/>
              <a:cxnLst/>
              <a:rect l="l" t="t" r="r" b="b"/>
              <a:pathLst>
                <a:path w="3384" h="2451" extrusionOk="0">
                  <a:moveTo>
                    <a:pt x="3159" y="0"/>
                  </a:moveTo>
                  <a:cubicBezTo>
                    <a:pt x="3116" y="0"/>
                    <a:pt x="3072" y="14"/>
                    <a:pt x="3033" y="44"/>
                  </a:cubicBezTo>
                  <a:lnTo>
                    <a:pt x="126" y="2074"/>
                  </a:lnTo>
                  <a:cubicBezTo>
                    <a:pt x="25" y="2124"/>
                    <a:pt x="0" y="2275"/>
                    <a:pt x="76" y="2350"/>
                  </a:cubicBezTo>
                  <a:cubicBezTo>
                    <a:pt x="126" y="2425"/>
                    <a:pt x="176" y="2450"/>
                    <a:pt x="251" y="2450"/>
                  </a:cubicBezTo>
                  <a:cubicBezTo>
                    <a:pt x="301" y="2450"/>
                    <a:pt x="326" y="2450"/>
                    <a:pt x="376" y="2400"/>
                  </a:cubicBezTo>
                  <a:lnTo>
                    <a:pt x="3258" y="395"/>
                  </a:lnTo>
                  <a:cubicBezTo>
                    <a:pt x="3359" y="320"/>
                    <a:pt x="3384" y="194"/>
                    <a:pt x="3334" y="94"/>
                  </a:cubicBezTo>
                  <a:cubicBezTo>
                    <a:pt x="3288" y="34"/>
                    <a:pt x="3224" y="0"/>
                    <a:pt x="31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6"/>
            <p:cNvSpPr/>
            <p:nvPr/>
          </p:nvSpPr>
          <p:spPr>
            <a:xfrm>
              <a:off x="8022328" y="2186544"/>
              <a:ext cx="56926" cy="58683"/>
            </a:xfrm>
            <a:custGeom>
              <a:avLst/>
              <a:gdLst/>
              <a:ahLst/>
              <a:cxnLst/>
              <a:rect l="l" t="t" r="r" b="b"/>
              <a:pathLst>
                <a:path w="2657" h="2739" extrusionOk="0">
                  <a:moveTo>
                    <a:pt x="235" y="0"/>
                  </a:moveTo>
                  <a:cubicBezTo>
                    <a:pt x="182" y="0"/>
                    <a:pt x="126" y="19"/>
                    <a:pt x="75" y="57"/>
                  </a:cubicBezTo>
                  <a:cubicBezTo>
                    <a:pt x="0" y="132"/>
                    <a:pt x="0" y="257"/>
                    <a:pt x="75" y="358"/>
                  </a:cubicBezTo>
                  <a:lnTo>
                    <a:pt x="2256" y="2663"/>
                  </a:lnTo>
                  <a:cubicBezTo>
                    <a:pt x="2306" y="2713"/>
                    <a:pt x="2356" y="2739"/>
                    <a:pt x="2431" y="2739"/>
                  </a:cubicBezTo>
                  <a:cubicBezTo>
                    <a:pt x="2481" y="2739"/>
                    <a:pt x="2532" y="2713"/>
                    <a:pt x="2557" y="2688"/>
                  </a:cubicBezTo>
                  <a:cubicBezTo>
                    <a:pt x="2657" y="2588"/>
                    <a:pt x="2657" y="2463"/>
                    <a:pt x="2582" y="2388"/>
                  </a:cubicBezTo>
                  <a:lnTo>
                    <a:pt x="376" y="57"/>
                  </a:lnTo>
                  <a:cubicBezTo>
                    <a:pt x="339" y="19"/>
                    <a:pt x="288" y="0"/>
                    <a:pt x="2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6"/>
            <p:cNvSpPr/>
            <p:nvPr/>
          </p:nvSpPr>
          <p:spPr>
            <a:xfrm>
              <a:off x="8006752" y="2210305"/>
              <a:ext cx="81094" cy="9684"/>
            </a:xfrm>
            <a:custGeom>
              <a:avLst/>
              <a:gdLst/>
              <a:ahLst/>
              <a:cxnLst/>
              <a:rect l="l" t="t" r="r" b="b"/>
              <a:pathLst>
                <a:path w="3785" h="452" extrusionOk="0">
                  <a:moveTo>
                    <a:pt x="3584" y="0"/>
                  </a:moveTo>
                  <a:lnTo>
                    <a:pt x="201" y="25"/>
                  </a:lnTo>
                  <a:cubicBezTo>
                    <a:pt x="76" y="25"/>
                    <a:pt x="0" y="126"/>
                    <a:pt x="0" y="251"/>
                  </a:cubicBezTo>
                  <a:cubicBezTo>
                    <a:pt x="0" y="351"/>
                    <a:pt x="76" y="452"/>
                    <a:pt x="201" y="452"/>
                  </a:cubicBezTo>
                  <a:lnTo>
                    <a:pt x="3584" y="426"/>
                  </a:lnTo>
                  <a:cubicBezTo>
                    <a:pt x="3710" y="426"/>
                    <a:pt x="3785" y="326"/>
                    <a:pt x="3785" y="201"/>
                  </a:cubicBezTo>
                  <a:cubicBezTo>
                    <a:pt x="3785" y="101"/>
                    <a:pt x="3685" y="0"/>
                    <a:pt x="35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" name="Google Shape;79;p6"/>
          <p:cNvSpPr/>
          <p:nvPr/>
        </p:nvSpPr>
        <p:spPr>
          <a:xfrm flipH="1">
            <a:off x="1249531" y="4753475"/>
            <a:ext cx="100440" cy="100976"/>
          </a:xfrm>
          <a:custGeom>
            <a:avLst/>
            <a:gdLst/>
            <a:ahLst/>
            <a:cxnLst/>
            <a:rect l="l" t="t" r="r" b="b"/>
            <a:pathLst>
              <a:path w="4688" h="4713" extrusionOk="0">
                <a:moveTo>
                  <a:pt x="2507" y="602"/>
                </a:moveTo>
                <a:cubicBezTo>
                  <a:pt x="2582" y="802"/>
                  <a:pt x="2632" y="1078"/>
                  <a:pt x="2682" y="1254"/>
                </a:cubicBezTo>
                <a:cubicBezTo>
                  <a:pt x="2808" y="1730"/>
                  <a:pt x="2833" y="1830"/>
                  <a:pt x="2883" y="1905"/>
                </a:cubicBezTo>
                <a:cubicBezTo>
                  <a:pt x="2933" y="1980"/>
                  <a:pt x="3033" y="2030"/>
                  <a:pt x="3484" y="2181"/>
                </a:cubicBezTo>
                <a:cubicBezTo>
                  <a:pt x="3660" y="2256"/>
                  <a:pt x="3910" y="2331"/>
                  <a:pt x="4086" y="2406"/>
                </a:cubicBezTo>
                <a:cubicBezTo>
                  <a:pt x="3835" y="2532"/>
                  <a:pt x="3409" y="2682"/>
                  <a:pt x="3033" y="2807"/>
                </a:cubicBezTo>
                <a:cubicBezTo>
                  <a:pt x="2983" y="2832"/>
                  <a:pt x="2933" y="2883"/>
                  <a:pt x="2908" y="2933"/>
                </a:cubicBezTo>
                <a:cubicBezTo>
                  <a:pt x="2732" y="3359"/>
                  <a:pt x="2482" y="3835"/>
                  <a:pt x="2331" y="4111"/>
                </a:cubicBezTo>
                <a:cubicBezTo>
                  <a:pt x="2231" y="3835"/>
                  <a:pt x="2081" y="3309"/>
                  <a:pt x="1980" y="2858"/>
                </a:cubicBezTo>
                <a:cubicBezTo>
                  <a:pt x="1955" y="2782"/>
                  <a:pt x="1880" y="2707"/>
                  <a:pt x="1805" y="2707"/>
                </a:cubicBezTo>
                <a:cubicBezTo>
                  <a:pt x="1379" y="2632"/>
                  <a:pt x="878" y="2507"/>
                  <a:pt x="602" y="2431"/>
                </a:cubicBezTo>
                <a:cubicBezTo>
                  <a:pt x="878" y="2256"/>
                  <a:pt x="1429" y="2030"/>
                  <a:pt x="1930" y="1830"/>
                </a:cubicBezTo>
                <a:cubicBezTo>
                  <a:pt x="1980" y="1805"/>
                  <a:pt x="2031" y="1755"/>
                  <a:pt x="2031" y="1705"/>
                </a:cubicBezTo>
                <a:cubicBezTo>
                  <a:pt x="2181" y="1304"/>
                  <a:pt x="2381" y="878"/>
                  <a:pt x="2507" y="602"/>
                </a:cubicBezTo>
                <a:close/>
                <a:moveTo>
                  <a:pt x="2557" y="0"/>
                </a:moveTo>
                <a:cubicBezTo>
                  <a:pt x="2432" y="0"/>
                  <a:pt x="2256" y="0"/>
                  <a:pt x="1680" y="1479"/>
                </a:cubicBezTo>
                <a:cubicBezTo>
                  <a:pt x="101" y="2106"/>
                  <a:pt x="51" y="2306"/>
                  <a:pt x="26" y="2406"/>
                </a:cubicBezTo>
                <a:cubicBezTo>
                  <a:pt x="1" y="2457"/>
                  <a:pt x="26" y="2557"/>
                  <a:pt x="76" y="2607"/>
                </a:cubicBezTo>
                <a:cubicBezTo>
                  <a:pt x="101" y="2657"/>
                  <a:pt x="226" y="2832"/>
                  <a:pt x="1605" y="3083"/>
                </a:cubicBezTo>
                <a:cubicBezTo>
                  <a:pt x="2006" y="4712"/>
                  <a:pt x="2156" y="4712"/>
                  <a:pt x="2306" y="4712"/>
                </a:cubicBezTo>
                <a:lnTo>
                  <a:pt x="2331" y="4712"/>
                </a:lnTo>
                <a:cubicBezTo>
                  <a:pt x="2457" y="4712"/>
                  <a:pt x="2582" y="4687"/>
                  <a:pt x="3259" y="3183"/>
                </a:cubicBezTo>
                <a:cubicBezTo>
                  <a:pt x="3660" y="3033"/>
                  <a:pt x="4437" y="2757"/>
                  <a:pt x="4612" y="2607"/>
                </a:cubicBezTo>
                <a:cubicBezTo>
                  <a:pt x="4662" y="2557"/>
                  <a:pt x="4687" y="2457"/>
                  <a:pt x="4687" y="2381"/>
                </a:cubicBezTo>
                <a:cubicBezTo>
                  <a:pt x="4637" y="2181"/>
                  <a:pt x="4437" y="2081"/>
                  <a:pt x="3635" y="1780"/>
                </a:cubicBezTo>
                <a:cubicBezTo>
                  <a:pt x="3484" y="1730"/>
                  <a:pt x="3309" y="1680"/>
                  <a:pt x="3209" y="1629"/>
                </a:cubicBezTo>
                <a:cubicBezTo>
                  <a:pt x="3183" y="1554"/>
                  <a:pt x="3133" y="1329"/>
                  <a:pt x="3083" y="1153"/>
                </a:cubicBezTo>
                <a:cubicBezTo>
                  <a:pt x="2958" y="602"/>
                  <a:pt x="2858" y="251"/>
                  <a:pt x="2757" y="101"/>
                </a:cubicBezTo>
                <a:cubicBezTo>
                  <a:pt x="2732" y="51"/>
                  <a:pt x="2632" y="0"/>
                  <a:pt x="255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6"/>
          <p:cNvSpPr/>
          <p:nvPr/>
        </p:nvSpPr>
        <p:spPr>
          <a:xfrm flipH="1">
            <a:off x="8323556" y="539988"/>
            <a:ext cx="100440" cy="100976"/>
          </a:xfrm>
          <a:custGeom>
            <a:avLst/>
            <a:gdLst/>
            <a:ahLst/>
            <a:cxnLst/>
            <a:rect l="l" t="t" r="r" b="b"/>
            <a:pathLst>
              <a:path w="4688" h="4713" extrusionOk="0">
                <a:moveTo>
                  <a:pt x="2507" y="602"/>
                </a:moveTo>
                <a:cubicBezTo>
                  <a:pt x="2582" y="802"/>
                  <a:pt x="2632" y="1078"/>
                  <a:pt x="2682" y="1254"/>
                </a:cubicBezTo>
                <a:cubicBezTo>
                  <a:pt x="2808" y="1730"/>
                  <a:pt x="2833" y="1830"/>
                  <a:pt x="2883" y="1905"/>
                </a:cubicBezTo>
                <a:cubicBezTo>
                  <a:pt x="2933" y="1980"/>
                  <a:pt x="3033" y="2030"/>
                  <a:pt x="3484" y="2181"/>
                </a:cubicBezTo>
                <a:cubicBezTo>
                  <a:pt x="3660" y="2256"/>
                  <a:pt x="3910" y="2331"/>
                  <a:pt x="4086" y="2406"/>
                </a:cubicBezTo>
                <a:cubicBezTo>
                  <a:pt x="3835" y="2532"/>
                  <a:pt x="3409" y="2682"/>
                  <a:pt x="3033" y="2807"/>
                </a:cubicBezTo>
                <a:cubicBezTo>
                  <a:pt x="2983" y="2832"/>
                  <a:pt x="2933" y="2883"/>
                  <a:pt x="2908" y="2933"/>
                </a:cubicBezTo>
                <a:cubicBezTo>
                  <a:pt x="2732" y="3359"/>
                  <a:pt x="2482" y="3835"/>
                  <a:pt x="2331" y="4111"/>
                </a:cubicBezTo>
                <a:cubicBezTo>
                  <a:pt x="2231" y="3835"/>
                  <a:pt x="2081" y="3309"/>
                  <a:pt x="1980" y="2858"/>
                </a:cubicBezTo>
                <a:cubicBezTo>
                  <a:pt x="1955" y="2782"/>
                  <a:pt x="1880" y="2707"/>
                  <a:pt x="1805" y="2707"/>
                </a:cubicBezTo>
                <a:cubicBezTo>
                  <a:pt x="1379" y="2632"/>
                  <a:pt x="878" y="2507"/>
                  <a:pt x="602" y="2431"/>
                </a:cubicBezTo>
                <a:cubicBezTo>
                  <a:pt x="878" y="2256"/>
                  <a:pt x="1429" y="2030"/>
                  <a:pt x="1930" y="1830"/>
                </a:cubicBezTo>
                <a:cubicBezTo>
                  <a:pt x="1980" y="1805"/>
                  <a:pt x="2031" y="1755"/>
                  <a:pt x="2031" y="1705"/>
                </a:cubicBezTo>
                <a:cubicBezTo>
                  <a:pt x="2181" y="1304"/>
                  <a:pt x="2381" y="878"/>
                  <a:pt x="2507" y="602"/>
                </a:cubicBezTo>
                <a:close/>
                <a:moveTo>
                  <a:pt x="2557" y="0"/>
                </a:moveTo>
                <a:cubicBezTo>
                  <a:pt x="2432" y="0"/>
                  <a:pt x="2256" y="0"/>
                  <a:pt x="1680" y="1479"/>
                </a:cubicBezTo>
                <a:cubicBezTo>
                  <a:pt x="101" y="2106"/>
                  <a:pt x="51" y="2306"/>
                  <a:pt x="26" y="2406"/>
                </a:cubicBezTo>
                <a:cubicBezTo>
                  <a:pt x="1" y="2457"/>
                  <a:pt x="26" y="2557"/>
                  <a:pt x="76" y="2607"/>
                </a:cubicBezTo>
                <a:cubicBezTo>
                  <a:pt x="101" y="2657"/>
                  <a:pt x="226" y="2832"/>
                  <a:pt x="1605" y="3083"/>
                </a:cubicBezTo>
                <a:cubicBezTo>
                  <a:pt x="2006" y="4712"/>
                  <a:pt x="2156" y="4712"/>
                  <a:pt x="2306" y="4712"/>
                </a:cubicBezTo>
                <a:lnTo>
                  <a:pt x="2331" y="4712"/>
                </a:lnTo>
                <a:cubicBezTo>
                  <a:pt x="2457" y="4712"/>
                  <a:pt x="2582" y="4687"/>
                  <a:pt x="3259" y="3183"/>
                </a:cubicBezTo>
                <a:cubicBezTo>
                  <a:pt x="3660" y="3033"/>
                  <a:pt x="4437" y="2757"/>
                  <a:pt x="4612" y="2607"/>
                </a:cubicBezTo>
                <a:cubicBezTo>
                  <a:pt x="4662" y="2557"/>
                  <a:pt x="4687" y="2457"/>
                  <a:pt x="4687" y="2381"/>
                </a:cubicBezTo>
                <a:cubicBezTo>
                  <a:pt x="4637" y="2181"/>
                  <a:pt x="4437" y="2081"/>
                  <a:pt x="3635" y="1780"/>
                </a:cubicBezTo>
                <a:cubicBezTo>
                  <a:pt x="3484" y="1730"/>
                  <a:pt x="3309" y="1680"/>
                  <a:pt x="3209" y="1629"/>
                </a:cubicBezTo>
                <a:cubicBezTo>
                  <a:pt x="3183" y="1554"/>
                  <a:pt x="3133" y="1329"/>
                  <a:pt x="3083" y="1153"/>
                </a:cubicBezTo>
                <a:cubicBezTo>
                  <a:pt x="2958" y="602"/>
                  <a:pt x="2858" y="251"/>
                  <a:pt x="2757" y="101"/>
                </a:cubicBezTo>
                <a:cubicBezTo>
                  <a:pt x="2732" y="51"/>
                  <a:pt x="2632" y="0"/>
                  <a:pt x="255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6"/>
          <p:cNvSpPr/>
          <p:nvPr/>
        </p:nvSpPr>
        <p:spPr>
          <a:xfrm flipH="1">
            <a:off x="7252466" y="4696874"/>
            <a:ext cx="62304" cy="61768"/>
          </a:xfrm>
          <a:custGeom>
            <a:avLst/>
            <a:gdLst/>
            <a:ahLst/>
            <a:cxnLst/>
            <a:rect l="l" t="t" r="r" b="b"/>
            <a:pathLst>
              <a:path w="2908" h="2883" extrusionOk="0">
                <a:moveTo>
                  <a:pt x="1454" y="401"/>
                </a:moveTo>
                <a:cubicBezTo>
                  <a:pt x="1730" y="401"/>
                  <a:pt x="1980" y="526"/>
                  <a:pt x="2181" y="702"/>
                </a:cubicBezTo>
                <a:cubicBezTo>
                  <a:pt x="2381" y="902"/>
                  <a:pt x="2481" y="1153"/>
                  <a:pt x="2481" y="1429"/>
                </a:cubicBezTo>
                <a:cubicBezTo>
                  <a:pt x="2481" y="2005"/>
                  <a:pt x="2005" y="2456"/>
                  <a:pt x="1454" y="2456"/>
                </a:cubicBezTo>
                <a:cubicBezTo>
                  <a:pt x="877" y="2456"/>
                  <a:pt x="426" y="2005"/>
                  <a:pt x="426" y="1429"/>
                </a:cubicBezTo>
                <a:cubicBezTo>
                  <a:pt x="426" y="852"/>
                  <a:pt x="877" y="401"/>
                  <a:pt x="1454" y="401"/>
                </a:cubicBezTo>
                <a:close/>
                <a:moveTo>
                  <a:pt x="1454" y="0"/>
                </a:moveTo>
                <a:cubicBezTo>
                  <a:pt x="652" y="0"/>
                  <a:pt x="0" y="627"/>
                  <a:pt x="0" y="1429"/>
                </a:cubicBezTo>
                <a:cubicBezTo>
                  <a:pt x="0" y="2231"/>
                  <a:pt x="652" y="2882"/>
                  <a:pt x="1454" y="2882"/>
                </a:cubicBezTo>
                <a:cubicBezTo>
                  <a:pt x="2256" y="2882"/>
                  <a:pt x="2882" y="2231"/>
                  <a:pt x="2908" y="1429"/>
                </a:cubicBezTo>
                <a:cubicBezTo>
                  <a:pt x="2908" y="1053"/>
                  <a:pt x="2757" y="702"/>
                  <a:pt x="2481" y="426"/>
                </a:cubicBezTo>
                <a:cubicBezTo>
                  <a:pt x="2206" y="150"/>
                  <a:pt x="1855" y="0"/>
                  <a:pt x="145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2" name="Google Shape;82;p6"/>
          <p:cNvGrpSpPr/>
          <p:nvPr/>
        </p:nvGrpSpPr>
        <p:grpSpPr>
          <a:xfrm flipH="1">
            <a:off x="8622557" y="3508944"/>
            <a:ext cx="81094" cy="84329"/>
            <a:chOff x="8006752" y="2174332"/>
            <a:chExt cx="81094" cy="84329"/>
          </a:xfrm>
        </p:grpSpPr>
        <p:sp>
          <p:nvSpPr>
            <p:cNvPr id="83" name="Google Shape;83;p6"/>
            <p:cNvSpPr/>
            <p:nvPr/>
          </p:nvSpPr>
          <p:spPr>
            <a:xfrm>
              <a:off x="8045403" y="2174332"/>
              <a:ext cx="9706" cy="84329"/>
            </a:xfrm>
            <a:custGeom>
              <a:avLst/>
              <a:gdLst/>
              <a:ahLst/>
              <a:cxnLst/>
              <a:rect l="l" t="t" r="r" b="b"/>
              <a:pathLst>
                <a:path w="453" h="3936" extrusionOk="0">
                  <a:moveTo>
                    <a:pt x="227" y="0"/>
                  </a:moveTo>
                  <a:cubicBezTo>
                    <a:pt x="126" y="0"/>
                    <a:pt x="26" y="75"/>
                    <a:pt x="26" y="201"/>
                  </a:cubicBezTo>
                  <a:lnTo>
                    <a:pt x="1" y="3710"/>
                  </a:lnTo>
                  <a:cubicBezTo>
                    <a:pt x="1" y="3835"/>
                    <a:pt x="101" y="3935"/>
                    <a:pt x="201" y="3935"/>
                  </a:cubicBezTo>
                  <a:cubicBezTo>
                    <a:pt x="327" y="3935"/>
                    <a:pt x="427" y="3835"/>
                    <a:pt x="427" y="3710"/>
                  </a:cubicBezTo>
                  <a:lnTo>
                    <a:pt x="452" y="201"/>
                  </a:lnTo>
                  <a:cubicBezTo>
                    <a:pt x="452" y="75"/>
                    <a:pt x="352" y="0"/>
                    <a:pt x="2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6"/>
            <p:cNvSpPr/>
            <p:nvPr/>
          </p:nvSpPr>
          <p:spPr>
            <a:xfrm>
              <a:off x="8014273" y="2189501"/>
              <a:ext cx="72502" cy="52513"/>
            </a:xfrm>
            <a:custGeom>
              <a:avLst/>
              <a:gdLst/>
              <a:ahLst/>
              <a:cxnLst/>
              <a:rect l="l" t="t" r="r" b="b"/>
              <a:pathLst>
                <a:path w="3384" h="2451" extrusionOk="0">
                  <a:moveTo>
                    <a:pt x="3159" y="0"/>
                  </a:moveTo>
                  <a:cubicBezTo>
                    <a:pt x="3116" y="0"/>
                    <a:pt x="3072" y="14"/>
                    <a:pt x="3033" y="44"/>
                  </a:cubicBezTo>
                  <a:lnTo>
                    <a:pt x="126" y="2074"/>
                  </a:lnTo>
                  <a:cubicBezTo>
                    <a:pt x="25" y="2124"/>
                    <a:pt x="0" y="2275"/>
                    <a:pt x="76" y="2350"/>
                  </a:cubicBezTo>
                  <a:cubicBezTo>
                    <a:pt x="126" y="2425"/>
                    <a:pt x="176" y="2450"/>
                    <a:pt x="251" y="2450"/>
                  </a:cubicBezTo>
                  <a:cubicBezTo>
                    <a:pt x="301" y="2450"/>
                    <a:pt x="326" y="2450"/>
                    <a:pt x="376" y="2400"/>
                  </a:cubicBezTo>
                  <a:lnTo>
                    <a:pt x="3258" y="395"/>
                  </a:lnTo>
                  <a:cubicBezTo>
                    <a:pt x="3359" y="320"/>
                    <a:pt x="3384" y="194"/>
                    <a:pt x="3334" y="94"/>
                  </a:cubicBezTo>
                  <a:cubicBezTo>
                    <a:pt x="3288" y="34"/>
                    <a:pt x="3224" y="0"/>
                    <a:pt x="31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6"/>
            <p:cNvSpPr/>
            <p:nvPr/>
          </p:nvSpPr>
          <p:spPr>
            <a:xfrm>
              <a:off x="8022328" y="2186544"/>
              <a:ext cx="56926" cy="58683"/>
            </a:xfrm>
            <a:custGeom>
              <a:avLst/>
              <a:gdLst/>
              <a:ahLst/>
              <a:cxnLst/>
              <a:rect l="l" t="t" r="r" b="b"/>
              <a:pathLst>
                <a:path w="2657" h="2739" extrusionOk="0">
                  <a:moveTo>
                    <a:pt x="235" y="0"/>
                  </a:moveTo>
                  <a:cubicBezTo>
                    <a:pt x="182" y="0"/>
                    <a:pt x="126" y="19"/>
                    <a:pt x="75" y="57"/>
                  </a:cubicBezTo>
                  <a:cubicBezTo>
                    <a:pt x="0" y="132"/>
                    <a:pt x="0" y="257"/>
                    <a:pt x="75" y="358"/>
                  </a:cubicBezTo>
                  <a:lnTo>
                    <a:pt x="2256" y="2663"/>
                  </a:lnTo>
                  <a:cubicBezTo>
                    <a:pt x="2306" y="2713"/>
                    <a:pt x="2356" y="2739"/>
                    <a:pt x="2431" y="2739"/>
                  </a:cubicBezTo>
                  <a:cubicBezTo>
                    <a:pt x="2481" y="2739"/>
                    <a:pt x="2532" y="2713"/>
                    <a:pt x="2557" y="2688"/>
                  </a:cubicBezTo>
                  <a:cubicBezTo>
                    <a:pt x="2657" y="2588"/>
                    <a:pt x="2657" y="2463"/>
                    <a:pt x="2582" y="2388"/>
                  </a:cubicBezTo>
                  <a:lnTo>
                    <a:pt x="376" y="57"/>
                  </a:lnTo>
                  <a:cubicBezTo>
                    <a:pt x="339" y="19"/>
                    <a:pt x="288" y="0"/>
                    <a:pt x="2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6"/>
            <p:cNvSpPr/>
            <p:nvPr/>
          </p:nvSpPr>
          <p:spPr>
            <a:xfrm>
              <a:off x="8006752" y="2210305"/>
              <a:ext cx="81094" cy="9684"/>
            </a:xfrm>
            <a:custGeom>
              <a:avLst/>
              <a:gdLst/>
              <a:ahLst/>
              <a:cxnLst/>
              <a:rect l="l" t="t" r="r" b="b"/>
              <a:pathLst>
                <a:path w="3785" h="452" extrusionOk="0">
                  <a:moveTo>
                    <a:pt x="3584" y="0"/>
                  </a:moveTo>
                  <a:lnTo>
                    <a:pt x="201" y="25"/>
                  </a:lnTo>
                  <a:cubicBezTo>
                    <a:pt x="76" y="25"/>
                    <a:pt x="0" y="126"/>
                    <a:pt x="0" y="251"/>
                  </a:cubicBezTo>
                  <a:cubicBezTo>
                    <a:pt x="0" y="351"/>
                    <a:pt x="76" y="452"/>
                    <a:pt x="201" y="452"/>
                  </a:cubicBezTo>
                  <a:lnTo>
                    <a:pt x="3584" y="426"/>
                  </a:lnTo>
                  <a:cubicBezTo>
                    <a:pt x="3710" y="426"/>
                    <a:pt x="3785" y="326"/>
                    <a:pt x="3785" y="201"/>
                  </a:cubicBezTo>
                  <a:cubicBezTo>
                    <a:pt x="3785" y="101"/>
                    <a:pt x="3685" y="0"/>
                    <a:pt x="35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7" name="Google Shape;87;p6"/>
          <p:cNvSpPr/>
          <p:nvPr/>
        </p:nvSpPr>
        <p:spPr>
          <a:xfrm flipH="1">
            <a:off x="8567794" y="1649411"/>
            <a:ext cx="145004" cy="130521"/>
          </a:xfrm>
          <a:custGeom>
            <a:avLst/>
            <a:gdLst/>
            <a:ahLst/>
            <a:cxnLst/>
            <a:rect l="l" t="t" r="r" b="b"/>
            <a:pathLst>
              <a:path w="6768" h="6092" extrusionOk="0">
                <a:moveTo>
                  <a:pt x="3183" y="2357"/>
                </a:moveTo>
                <a:lnTo>
                  <a:pt x="3183" y="2357"/>
                </a:lnTo>
                <a:cubicBezTo>
                  <a:pt x="3634" y="2683"/>
                  <a:pt x="3935" y="3059"/>
                  <a:pt x="3910" y="3259"/>
                </a:cubicBezTo>
                <a:cubicBezTo>
                  <a:pt x="3910" y="3284"/>
                  <a:pt x="3910" y="3334"/>
                  <a:pt x="3785" y="3384"/>
                </a:cubicBezTo>
                <a:cubicBezTo>
                  <a:pt x="3743" y="3401"/>
                  <a:pt x="3704" y="3409"/>
                  <a:pt x="3668" y="3409"/>
                </a:cubicBezTo>
                <a:cubicBezTo>
                  <a:pt x="3596" y="3409"/>
                  <a:pt x="3534" y="3376"/>
                  <a:pt x="3484" y="3309"/>
                </a:cubicBezTo>
                <a:cubicBezTo>
                  <a:pt x="3309" y="3159"/>
                  <a:pt x="3208" y="2783"/>
                  <a:pt x="3183" y="2357"/>
                </a:cubicBezTo>
                <a:close/>
                <a:moveTo>
                  <a:pt x="4186" y="427"/>
                </a:moveTo>
                <a:cubicBezTo>
                  <a:pt x="4286" y="427"/>
                  <a:pt x="4386" y="452"/>
                  <a:pt x="4512" y="477"/>
                </a:cubicBezTo>
                <a:cubicBezTo>
                  <a:pt x="5890" y="978"/>
                  <a:pt x="5439" y="4186"/>
                  <a:pt x="5113" y="5615"/>
                </a:cubicBezTo>
                <a:cubicBezTo>
                  <a:pt x="3660" y="5214"/>
                  <a:pt x="602" y="4011"/>
                  <a:pt x="953" y="2432"/>
                </a:cubicBezTo>
                <a:cubicBezTo>
                  <a:pt x="1053" y="1981"/>
                  <a:pt x="1304" y="1755"/>
                  <a:pt x="1730" y="1755"/>
                </a:cubicBezTo>
                <a:cubicBezTo>
                  <a:pt x="2030" y="1755"/>
                  <a:pt x="2381" y="1881"/>
                  <a:pt x="2782" y="2081"/>
                </a:cubicBezTo>
                <a:cubicBezTo>
                  <a:pt x="2757" y="2607"/>
                  <a:pt x="2858" y="3259"/>
                  <a:pt x="3158" y="3610"/>
                </a:cubicBezTo>
                <a:cubicBezTo>
                  <a:pt x="3309" y="3760"/>
                  <a:pt x="3484" y="3835"/>
                  <a:pt x="3660" y="3835"/>
                </a:cubicBezTo>
                <a:cubicBezTo>
                  <a:pt x="3760" y="3835"/>
                  <a:pt x="3860" y="3810"/>
                  <a:pt x="3935" y="3785"/>
                </a:cubicBezTo>
                <a:cubicBezTo>
                  <a:pt x="4161" y="3685"/>
                  <a:pt x="4311" y="3510"/>
                  <a:pt x="4336" y="3284"/>
                </a:cubicBezTo>
                <a:cubicBezTo>
                  <a:pt x="4361" y="2808"/>
                  <a:pt x="3785" y="2231"/>
                  <a:pt x="3208" y="1856"/>
                </a:cubicBezTo>
                <a:cubicBezTo>
                  <a:pt x="3284" y="1129"/>
                  <a:pt x="3609" y="427"/>
                  <a:pt x="4186" y="427"/>
                </a:cubicBezTo>
                <a:close/>
                <a:moveTo>
                  <a:pt x="4186" y="1"/>
                </a:moveTo>
                <a:cubicBezTo>
                  <a:pt x="3359" y="1"/>
                  <a:pt x="2933" y="828"/>
                  <a:pt x="2807" y="1630"/>
                </a:cubicBezTo>
                <a:cubicBezTo>
                  <a:pt x="2431" y="1429"/>
                  <a:pt x="2056" y="1329"/>
                  <a:pt x="1730" y="1329"/>
                </a:cubicBezTo>
                <a:cubicBezTo>
                  <a:pt x="1103" y="1329"/>
                  <a:pt x="677" y="1680"/>
                  <a:pt x="552" y="2332"/>
                </a:cubicBezTo>
                <a:cubicBezTo>
                  <a:pt x="0" y="4738"/>
                  <a:pt x="4988" y="6041"/>
                  <a:pt x="5213" y="6091"/>
                </a:cubicBezTo>
                <a:lnTo>
                  <a:pt x="5264" y="6091"/>
                </a:lnTo>
                <a:cubicBezTo>
                  <a:pt x="5339" y="6091"/>
                  <a:pt x="5439" y="6016"/>
                  <a:pt x="5464" y="5941"/>
                </a:cubicBezTo>
                <a:cubicBezTo>
                  <a:pt x="5514" y="5715"/>
                  <a:pt x="6767" y="828"/>
                  <a:pt x="4637" y="101"/>
                </a:cubicBezTo>
                <a:cubicBezTo>
                  <a:pt x="4487" y="26"/>
                  <a:pt x="4336" y="1"/>
                  <a:pt x="418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6"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30"/>
          <p:cNvPicPr preferRelativeResize="0"/>
          <p:nvPr/>
        </p:nvPicPr>
        <p:blipFill rotWithShape="1">
          <a:blip r:embed="rId2"/>
          <a:srcRect l="4627" r="4636"/>
          <a:stretch>
            <a:fillRect/>
          </a:stretch>
        </p:blipFill>
        <p:spPr>
          <a:xfrm>
            <a:off x="0" y="100"/>
            <a:ext cx="91442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6_1"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4" name="Google Shape;424;p31"/>
          <p:cNvPicPr preferRelativeResize="0"/>
          <p:nvPr/>
        </p:nvPicPr>
        <p:blipFill rotWithShape="1">
          <a:blip r:embed="rId2"/>
          <a:srcRect l="4627" r="4636"/>
          <a:stretch>
            <a:fillRect/>
          </a:stretch>
        </p:blipFill>
        <p:spPr>
          <a:xfrm>
            <a:off x="0" y="100"/>
            <a:ext cx="9144299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5" name="Google Shape;425;p31"/>
          <p:cNvGrpSpPr/>
          <p:nvPr/>
        </p:nvGrpSpPr>
        <p:grpSpPr>
          <a:xfrm>
            <a:off x="6867652" y="1780896"/>
            <a:ext cx="685255" cy="684015"/>
            <a:chOff x="5231527" y="3883325"/>
            <a:chExt cx="685255" cy="684015"/>
          </a:xfrm>
        </p:grpSpPr>
        <p:grpSp>
          <p:nvGrpSpPr>
            <p:cNvPr id="426" name="Google Shape;426;p31"/>
            <p:cNvGrpSpPr/>
            <p:nvPr/>
          </p:nvGrpSpPr>
          <p:grpSpPr>
            <a:xfrm>
              <a:off x="5267716" y="3912705"/>
              <a:ext cx="649067" cy="654636"/>
              <a:chOff x="5231527" y="3883325"/>
              <a:chExt cx="649067" cy="654636"/>
            </a:xfrm>
          </p:grpSpPr>
          <p:sp>
            <p:nvSpPr>
              <p:cNvPr id="427" name="Google Shape;427;p31"/>
              <p:cNvSpPr/>
              <p:nvPr/>
            </p:nvSpPr>
            <p:spPr>
              <a:xfrm>
                <a:off x="5231527" y="3951233"/>
                <a:ext cx="649067" cy="586728"/>
              </a:xfrm>
              <a:custGeom>
                <a:avLst/>
                <a:gdLst/>
                <a:ahLst/>
                <a:cxnLst/>
                <a:rect l="l" t="t" r="r" b="b"/>
                <a:pathLst>
                  <a:path w="29726" h="26871" extrusionOk="0">
                    <a:moveTo>
                      <a:pt x="15237" y="1"/>
                    </a:moveTo>
                    <a:cubicBezTo>
                      <a:pt x="11503" y="1"/>
                      <a:pt x="7744" y="1558"/>
                      <a:pt x="5013" y="4603"/>
                    </a:cubicBezTo>
                    <a:cubicBezTo>
                      <a:pt x="1" y="10192"/>
                      <a:pt x="326" y="18663"/>
                      <a:pt x="5765" y="23550"/>
                    </a:cubicBezTo>
                    <a:cubicBezTo>
                      <a:pt x="8244" y="25778"/>
                      <a:pt x="11353" y="26871"/>
                      <a:pt x="14480" y="26871"/>
                    </a:cubicBezTo>
                    <a:cubicBezTo>
                      <a:pt x="18213" y="26871"/>
                      <a:pt x="21971" y="25314"/>
                      <a:pt x="24712" y="22272"/>
                    </a:cubicBezTo>
                    <a:cubicBezTo>
                      <a:pt x="29725" y="16683"/>
                      <a:pt x="29374" y="8187"/>
                      <a:pt x="23936" y="3300"/>
                    </a:cubicBezTo>
                    <a:cubicBezTo>
                      <a:pt x="21460" y="1087"/>
                      <a:pt x="18357" y="1"/>
                      <a:pt x="15237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428;p31"/>
              <p:cNvSpPr/>
              <p:nvPr/>
            </p:nvSpPr>
            <p:spPr>
              <a:xfrm>
                <a:off x="5649082" y="3887561"/>
                <a:ext cx="75549" cy="111096"/>
              </a:xfrm>
              <a:custGeom>
                <a:avLst/>
                <a:gdLst/>
                <a:ahLst/>
                <a:cxnLst/>
                <a:rect l="l" t="t" r="r" b="b"/>
                <a:pathLst>
                  <a:path w="3460" h="5088" extrusionOk="0">
                    <a:moveTo>
                      <a:pt x="1128" y="426"/>
                    </a:moveTo>
                    <a:cubicBezTo>
                      <a:pt x="1805" y="501"/>
                      <a:pt x="2632" y="602"/>
                      <a:pt x="2782" y="928"/>
                    </a:cubicBezTo>
                    <a:cubicBezTo>
                      <a:pt x="2908" y="1354"/>
                      <a:pt x="1454" y="4336"/>
                      <a:pt x="1178" y="4637"/>
                    </a:cubicBezTo>
                    <a:cubicBezTo>
                      <a:pt x="1178" y="4637"/>
                      <a:pt x="1128" y="4662"/>
                      <a:pt x="1053" y="4662"/>
                    </a:cubicBezTo>
                    <a:cubicBezTo>
                      <a:pt x="853" y="4662"/>
                      <a:pt x="577" y="4562"/>
                      <a:pt x="427" y="4511"/>
                    </a:cubicBezTo>
                    <a:cubicBezTo>
                      <a:pt x="427" y="2406"/>
                      <a:pt x="702" y="501"/>
                      <a:pt x="1003" y="426"/>
                    </a:cubicBezTo>
                    <a:close/>
                    <a:moveTo>
                      <a:pt x="1003" y="0"/>
                    </a:moveTo>
                    <a:cubicBezTo>
                      <a:pt x="151" y="0"/>
                      <a:pt x="0" y="2907"/>
                      <a:pt x="0" y="4637"/>
                    </a:cubicBezTo>
                    <a:cubicBezTo>
                      <a:pt x="0" y="4712"/>
                      <a:pt x="51" y="4787"/>
                      <a:pt x="126" y="4837"/>
                    </a:cubicBezTo>
                    <a:cubicBezTo>
                      <a:pt x="176" y="4862"/>
                      <a:pt x="677" y="5088"/>
                      <a:pt x="1053" y="5088"/>
                    </a:cubicBezTo>
                    <a:cubicBezTo>
                      <a:pt x="1254" y="5088"/>
                      <a:pt x="1404" y="5013"/>
                      <a:pt x="1504" y="4912"/>
                    </a:cubicBezTo>
                    <a:cubicBezTo>
                      <a:pt x="1705" y="4662"/>
                      <a:pt x="3459" y="1354"/>
                      <a:pt x="3183" y="752"/>
                    </a:cubicBezTo>
                    <a:cubicBezTo>
                      <a:pt x="2908" y="226"/>
                      <a:pt x="2031" y="126"/>
                      <a:pt x="1153" y="25"/>
                    </a:cubicBezTo>
                    <a:lnTo>
                      <a:pt x="1053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Google Shape;429;p31"/>
              <p:cNvSpPr/>
              <p:nvPr/>
            </p:nvSpPr>
            <p:spPr>
              <a:xfrm>
                <a:off x="5339328" y="3883325"/>
                <a:ext cx="293899" cy="143412"/>
              </a:xfrm>
              <a:custGeom>
                <a:avLst/>
                <a:gdLst/>
                <a:ahLst/>
                <a:cxnLst/>
                <a:rect l="l" t="t" r="r" b="b"/>
                <a:pathLst>
                  <a:path w="13460" h="6568" extrusionOk="0">
                    <a:moveTo>
                      <a:pt x="6991" y="1"/>
                    </a:moveTo>
                    <a:cubicBezTo>
                      <a:pt x="4102" y="1"/>
                      <a:pt x="1126" y="1796"/>
                      <a:pt x="653" y="1924"/>
                    </a:cubicBezTo>
                    <a:cubicBezTo>
                      <a:pt x="1" y="2099"/>
                      <a:pt x="2833" y="5382"/>
                      <a:pt x="4738" y="6335"/>
                    </a:cubicBezTo>
                    <a:cubicBezTo>
                      <a:pt x="5052" y="6496"/>
                      <a:pt x="5489" y="6567"/>
                      <a:pt x="5998" y="6567"/>
                    </a:cubicBezTo>
                    <a:cubicBezTo>
                      <a:pt x="8568" y="6567"/>
                      <a:pt x="12984" y="4749"/>
                      <a:pt x="12858" y="3578"/>
                    </a:cubicBezTo>
                    <a:cubicBezTo>
                      <a:pt x="12858" y="3578"/>
                      <a:pt x="13460" y="3477"/>
                      <a:pt x="10076" y="946"/>
                    </a:cubicBezTo>
                    <a:cubicBezTo>
                      <a:pt x="9152" y="254"/>
                      <a:pt x="8077" y="1"/>
                      <a:pt x="6991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430;p31"/>
              <p:cNvSpPr/>
              <p:nvPr/>
            </p:nvSpPr>
            <p:spPr>
              <a:xfrm>
                <a:off x="5490384" y="3937891"/>
                <a:ext cx="122058" cy="27403"/>
              </a:xfrm>
              <a:custGeom>
                <a:avLst/>
                <a:gdLst/>
                <a:ahLst/>
                <a:cxnLst/>
                <a:rect l="l" t="t" r="r" b="b"/>
                <a:pathLst>
                  <a:path w="5590" h="1255" extrusionOk="0">
                    <a:moveTo>
                      <a:pt x="259" y="1"/>
                    </a:moveTo>
                    <a:cubicBezTo>
                      <a:pt x="230" y="1"/>
                      <a:pt x="210" y="1"/>
                      <a:pt x="201" y="1"/>
                    </a:cubicBezTo>
                    <a:cubicBezTo>
                      <a:pt x="75" y="1"/>
                      <a:pt x="0" y="101"/>
                      <a:pt x="0" y="201"/>
                    </a:cubicBezTo>
                    <a:cubicBezTo>
                      <a:pt x="0" y="327"/>
                      <a:pt x="75" y="427"/>
                      <a:pt x="201" y="427"/>
                    </a:cubicBezTo>
                    <a:cubicBezTo>
                      <a:pt x="275" y="425"/>
                      <a:pt x="357" y="424"/>
                      <a:pt x="447" y="424"/>
                    </a:cubicBezTo>
                    <a:cubicBezTo>
                      <a:pt x="1703" y="424"/>
                      <a:pt x="4418" y="598"/>
                      <a:pt x="5213" y="1229"/>
                    </a:cubicBezTo>
                    <a:cubicBezTo>
                      <a:pt x="5263" y="1254"/>
                      <a:pt x="5314" y="1254"/>
                      <a:pt x="5339" y="1254"/>
                    </a:cubicBezTo>
                    <a:cubicBezTo>
                      <a:pt x="5414" y="1254"/>
                      <a:pt x="5464" y="1229"/>
                      <a:pt x="5514" y="1179"/>
                    </a:cubicBezTo>
                    <a:cubicBezTo>
                      <a:pt x="5589" y="1104"/>
                      <a:pt x="5564" y="953"/>
                      <a:pt x="5489" y="878"/>
                    </a:cubicBezTo>
                    <a:cubicBezTo>
                      <a:pt x="4397" y="23"/>
                      <a:pt x="785" y="1"/>
                      <a:pt x="259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431;p31"/>
              <p:cNvSpPr/>
              <p:nvPr/>
            </p:nvSpPr>
            <p:spPr>
              <a:xfrm>
                <a:off x="5806689" y="4203975"/>
                <a:ext cx="25198" cy="45329"/>
              </a:xfrm>
              <a:custGeom>
                <a:avLst/>
                <a:gdLst/>
                <a:ahLst/>
                <a:cxnLst/>
                <a:rect l="l" t="t" r="r" b="b"/>
                <a:pathLst>
                  <a:path w="1154" h="2076" extrusionOk="0">
                    <a:moveTo>
                      <a:pt x="234" y="0"/>
                    </a:moveTo>
                    <a:cubicBezTo>
                      <a:pt x="189" y="0"/>
                      <a:pt x="143" y="14"/>
                      <a:pt x="101" y="46"/>
                    </a:cubicBezTo>
                    <a:cubicBezTo>
                      <a:pt x="26" y="121"/>
                      <a:pt x="1" y="246"/>
                      <a:pt x="76" y="346"/>
                    </a:cubicBezTo>
                    <a:cubicBezTo>
                      <a:pt x="76" y="346"/>
                      <a:pt x="652" y="1048"/>
                      <a:pt x="251" y="1775"/>
                    </a:cubicBezTo>
                    <a:cubicBezTo>
                      <a:pt x="201" y="1875"/>
                      <a:pt x="251" y="2001"/>
                      <a:pt x="351" y="2051"/>
                    </a:cubicBezTo>
                    <a:cubicBezTo>
                      <a:pt x="377" y="2076"/>
                      <a:pt x="402" y="2076"/>
                      <a:pt x="452" y="2076"/>
                    </a:cubicBezTo>
                    <a:cubicBezTo>
                      <a:pt x="527" y="2076"/>
                      <a:pt x="577" y="2026"/>
                      <a:pt x="627" y="1975"/>
                    </a:cubicBezTo>
                    <a:cubicBezTo>
                      <a:pt x="1153" y="1023"/>
                      <a:pt x="427" y="121"/>
                      <a:pt x="402" y="71"/>
                    </a:cubicBezTo>
                    <a:cubicBezTo>
                      <a:pt x="358" y="27"/>
                      <a:pt x="297" y="0"/>
                      <a:pt x="23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31"/>
              <p:cNvSpPr/>
              <p:nvPr/>
            </p:nvSpPr>
            <p:spPr>
              <a:xfrm>
                <a:off x="5803413" y="4267231"/>
                <a:ext cx="27927" cy="43364"/>
              </a:xfrm>
              <a:custGeom>
                <a:avLst/>
                <a:gdLst/>
                <a:ahLst/>
                <a:cxnLst/>
                <a:rect l="l" t="t" r="r" b="b"/>
                <a:pathLst>
                  <a:path w="1279" h="1986" extrusionOk="0">
                    <a:moveTo>
                      <a:pt x="818" y="1"/>
                    </a:moveTo>
                    <a:cubicBezTo>
                      <a:pt x="804" y="1"/>
                      <a:pt x="790" y="2"/>
                      <a:pt x="777" y="6"/>
                    </a:cubicBezTo>
                    <a:cubicBezTo>
                      <a:pt x="652" y="31"/>
                      <a:pt x="577" y="131"/>
                      <a:pt x="602" y="256"/>
                    </a:cubicBezTo>
                    <a:cubicBezTo>
                      <a:pt x="627" y="281"/>
                      <a:pt x="802" y="1159"/>
                      <a:pt x="126" y="1585"/>
                    </a:cubicBezTo>
                    <a:cubicBezTo>
                      <a:pt x="25" y="1660"/>
                      <a:pt x="0" y="1785"/>
                      <a:pt x="75" y="1885"/>
                    </a:cubicBezTo>
                    <a:cubicBezTo>
                      <a:pt x="100" y="1936"/>
                      <a:pt x="176" y="1986"/>
                      <a:pt x="251" y="1986"/>
                    </a:cubicBezTo>
                    <a:cubicBezTo>
                      <a:pt x="276" y="1986"/>
                      <a:pt x="326" y="1961"/>
                      <a:pt x="351" y="1936"/>
                    </a:cubicBezTo>
                    <a:cubicBezTo>
                      <a:pt x="1278" y="1334"/>
                      <a:pt x="1028" y="206"/>
                      <a:pt x="1028" y="156"/>
                    </a:cubicBezTo>
                    <a:cubicBezTo>
                      <a:pt x="1006" y="69"/>
                      <a:pt x="909" y="1"/>
                      <a:pt x="818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31"/>
              <p:cNvSpPr/>
              <p:nvPr/>
            </p:nvSpPr>
            <p:spPr>
              <a:xfrm>
                <a:off x="5737733" y="4351537"/>
                <a:ext cx="30678" cy="38954"/>
              </a:xfrm>
              <a:custGeom>
                <a:avLst/>
                <a:gdLst/>
                <a:ahLst/>
                <a:cxnLst/>
                <a:rect l="l" t="t" r="r" b="b"/>
                <a:pathLst>
                  <a:path w="1405" h="1784" extrusionOk="0">
                    <a:moveTo>
                      <a:pt x="1166" y="1"/>
                    </a:moveTo>
                    <a:cubicBezTo>
                      <a:pt x="1063" y="1"/>
                      <a:pt x="1001" y="93"/>
                      <a:pt x="978" y="205"/>
                    </a:cubicBezTo>
                    <a:cubicBezTo>
                      <a:pt x="978" y="205"/>
                      <a:pt x="928" y="1107"/>
                      <a:pt x="176" y="1383"/>
                    </a:cubicBezTo>
                    <a:cubicBezTo>
                      <a:pt x="51" y="1408"/>
                      <a:pt x="1" y="1533"/>
                      <a:pt x="26" y="1634"/>
                    </a:cubicBezTo>
                    <a:cubicBezTo>
                      <a:pt x="76" y="1734"/>
                      <a:pt x="151" y="1784"/>
                      <a:pt x="226" y="1784"/>
                    </a:cubicBezTo>
                    <a:cubicBezTo>
                      <a:pt x="251" y="1784"/>
                      <a:pt x="276" y="1784"/>
                      <a:pt x="301" y="1759"/>
                    </a:cubicBezTo>
                    <a:cubicBezTo>
                      <a:pt x="1329" y="1433"/>
                      <a:pt x="1404" y="280"/>
                      <a:pt x="1404" y="230"/>
                    </a:cubicBezTo>
                    <a:cubicBezTo>
                      <a:pt x="1404" y="105"/>
                      <a:pt x="1329" y="4"/>
                      <a:pt x="1204" y="4"/>
                    </a:cubicBezTo>
                    <a:cubicBezTo>
                      <a:pt x="1191" y="2"/>
                      <a:pt x="1178" y="1"/>
                      <a:pt x="1166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Google Shape;434;p31"/>
              <p:cNvSpPr/>
              <p:nvPr/>
            </p:nvSpPr>
            <p:spPr>
              <a:xfrm>
                <a:off x="5771665" y="4305006"/>
                <a:ext cx="27927" cy="43364"/>
              </a:xfrm>
              <a:custGeom>
                <a:avLst/>
                <a:gdLst/>
                <a:ahLst/>
                <a:cxnLst/>
                <a:rect l="l" t="t" r="r" b="b"/>
                <a:pathLst>
                  <a:path w="1279" h="1986" extrusionOk="0">
                    <a:moveTo>
                      <a:pt x="818" y="0"/>
                    </a:moveTo>
                    <a:cubicBezTo>
                      <a:pt x="804" y="0"/>
                      <a:pt x="791" y="2"/>
                      <a:pt x="778" y="5"/>
                    </a:cubicBezTo>
                    <a:cubicBezTo>
                      <a:pt x="652" y="30"/>
                      <a:pt x="602" y="130"/>
                      <a:pt x="627" y="256"/>
                    </a:cubicBezTo>
                    <a:cubicBezTo>
                      <a:pt x="627" y="281"/>
                      <a:pt x="803" y="1158"/>
                      <a:pt x="126" y="1609"/>
                    </a:cubicBezTo>
                    <a:cubicBezTo>
                      <a:pt x="26" y="1659"/>
                      <a:pt x="1" y="1785"/>
                      <a:pt x="76" y="1885"/>
                    </a:cubicBezTo>
                    <a:cubicBezTo>
                      <a:pt x="126" y="1960"/>
                      <a:pt x="176" y="1985"/>
                      <a:pt x="251" y="1985"/>
                    </a:cubicBezTo>
                    <a:cubicBezTo>
                      <a:pt x="276" y="1985"/>
                      <a:pt x="326" y="1985"/>
                      <a:pt x="376" y="1960"/>
                    </a:cubicBezTo>
                    <a:cubicBezTo>
                      <a:pt x="1279" y="1333"/>
                      <a:pt x="1028" y="206"/>
                      <a:pt x="1028" y="155"/>
                    </a:cubicBezTo>
                    <a:cubicBezTo>
                      <a:pt x="1006" y="68"/>
                      <a:pt x="909" y="0"/>
                      <a:pt x="818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Google Shape;435;p31"/>
              <p:cNvSpPr/>
              <p:nvPr/>
            </p:nvSpPr>
            <p:spPr>
              <a:xfrm>
                <a:off x="5748127" y="4249173"/>
                <a:ext cx="27949" cy="43364"/>
              </a:xfrm>
              <a:custGeom>
                <a:avLst/>
                <a:gdLst/>
                <a:ahLst/>
                <a:cxnLst/>
                <a:rect l="l" t="t" r="r" b="b"/>
                <a:pathLst>
                  <a:path w="1280" h="1986" extrusionOk="0">
                    <a:moveTo>
                      <a:pt x="818" y="1"/>
                    </a:moveTo>
                    <a:cubicBezTo>
                      <a:pt x="804" y="1"/>
                      <a:pt x="791" y="2"/>
                      <a:pt x="778" y="6"/>
                    </a:cubicBezTo>
                    <a:cubicBezTo>
                      <a:pt x="652" y="31"/>
                      <a:pt x="577" y="156"/>
                      <a:pt x="602" y="256"/>
                    </a:cubicBezTo>
                    <a:cubicBezTo>
                      <a:pt x="627" y="306"/>
                      <a:pt x="803" y="1159"/>
                      <a:pt x="126" y="1610"/>
                    </a:cubicBezTo>
                    <a:cubicBezTo>
                      <a:pt x="26" y="1685"/>
                      <a:pt x="1" y="1810"/>
                      <a:pt x="76" y="1910"/>
                    </a:cubicBezTo>
                    <a:cubicBezTo>
                      <a:pt x="101" y="1961"/>
                      <a:pt x="176" y="1986"/>
                      <a:pt x="251" y="1986"/>
                    </a:cubicBezTo>
                    <a:cubicBezTo>
                      <a:pt x="277" y="1986"/>
                      <a:pt x="327" y="1986"/>
                      <a:pt x="352" y="1961"/>
                    </a:cubicBezTo>
                    <a:cubicBezTo>
                      <a:pt x="1279" y="1359"/>
                      <a:pt x="1028" y="231"/>
                      <a:pt x="1028" y="181"/>
                    </a:cubicBezTo>
                    <a:cubicBezTo>
                      <a:pt x="1007" y="72"/>
                      <a:pt x="909" y="1"/>
                      <a:pt x="818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31"/>
              <p:cNvSpPr/>
              <p:nvPr/>
            </p:nvSpPr>
            <p:spPr>
              <a:xfrm>
                <a:off x="5736095" y="4306644"/>
                <a:ext cx="35045" cy="35700"/>
              </a:xfrm>
              <a:custGeom>
                <a:avLst/>
                <a:gdLst/>
                <a:ahLst/>
                <a:cxnLst/>
                <a:rect l="l" t="t" r="r" b="b"/>
                <a:pathLst>
                  <a:path w="1605" h="1635" extrusionOk="0">
                    <a:moveTo>
                      <a:pt x="1364" y="0"/>
                    </a:moveTo>
                    <a:cubicBezTo>
                      <a:pt x="1273" y="0"/>
                      <a:pt x="1175" y="72"/>
                      <a:pt x="1153" y="181"/>
                    </a:cubicBezTo>
                    <a:cubicBezTo>
                      <a:pt x="1153" y="181"/>
                      <a:pt x="978" y="1058"/>
                      <a:pt x="176" y="1208"/>
                    </a:cubicBezTo>
                    <a:cubicBezTo>
                      <a:pt x="76" y="1233"/>
                      <a:pt x="0" y="1359"/>
                      <a:pt x="26" y="1459"/>
                    </a:cubicBezTo>
                    <a:cubicBezTo>
                      <a:pt x="26" y="1559"/>
                      <a:pt x="126" y="1634"/>
                      <a:pt x="226" y="1634"/>
                    </a:cubicBezTo>
                    <a:lnTo>
                      <a:pt x="251" y="1634"/>
                    </a:lnTo>
                    <a:cubicBezTo>
                      <a:pt x="1329" y="1434"/>
                      <a:pt x="1554" y="306"/>
                      <a:pt x="1579" y="256"/>
                    </a:cubicBezTo>
                    <a:cubicBezTo>
                      <a:pt x="1604" y="131"/>
                      <a:pt x="1529" y="30"/>
                      <a:pt x="1404" y="5"/>
                    </a:cubicBezTo>
                    <a:cubicBezTo>
                      <a:pt x="1391" y="2"/>
                      <a:pt x="1378" y="0"/>
                      <a:pt x="1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31"/>
              <p:cNvSpPr/>
              <p:nvPr/>
            </p:nvSpPr>
            <p:spPr>
              <a:xfrm>
                <a:off x="5765638" y="4181528"/>
                <a:ext cx="25198" cy="45351"/>
              </a:xfrm>
              <a:custGeom>
                <a:avLst/>
                <a:gdLst/>
                <a:ahLst/>
                <a:cxnLst/>
                <a:rect l="l" t="t" r="r" b="b"/>
                <a:pathLst>
                  <a:path w="1154" h="2077" extrusionOk="0">
                    <a:moveTo>
                      <a:pt x="224" y="1"/>
                    </a:moveTo>
                    <a:cubicBezTo>
                      <a:pt x="177" y="1"/>
                      <a:pt x="133" y="15"/>
                      <a:pt x="101" y="46"/>
                    </a:cubicBezTo>
                    <a:cubicBezTo>
                      <a:pt x="1" y="121"/>
                      <a:pt x="1" y="247"/>
                      <a:pt x="76" y="347"/>
                    </a:cubicBezTo>
                    <a:cubicBezTo>
                      <a:pt x="101" y="372"/>
                      <a:pt x="652" y="1074"/>
                      <a:pt x="251" y="1775"/>
                    </a:cubicBezTo>
                    <a:cubicBezTo>
                      <a:pt x="201" y="1876"/>
                      <a:pt x="226" y="2001"/>
                      <a:pt x="327" y="2051"/>
                    </a:cubicBezTo>
                    <a:cubicBezTo>
                      <a:pt x="352" y="2076"/>
                      <a:pt x="402" y="2076"/>
                      <a:pt x="427" y="2076"/>
                    </a:cubicBezTo>
                    <a:cubicBezTo>
                      <a:pt x="502" y="2076"/>
                      <a:pt x="577" y="2051"/>
                      <a:pt x="602" y="1976"/>
                    </a:cubicBezTo>
                    <a:cubicBezTo>
                      <a:pt x="1154" y="1023"/>
                      <a:pt x="427" y="121"/>
                      <a:pt x="402" y="71"/>
                    </a:cubicBezTo>
                    <a:cubicBezTo>
                      <a:pt x="358" y="27"/>
                      <a:pt x="289" y="1"/>
                      <a:pt x="22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31"/>
              <p:cNvSpPr/>
              <p:nvPr/>
            </p:nvSpPr>
            <p:spPr>
              <a:xfrm>
                <a:off x="5788085" y="4148142"/>
                <a:ext cx="25198" cy="45351"/>
              </a:xfrm>
              <a:custGeom>
                <a:avLst/>
                <a:gdLst/>
                <a:ahLst/>
                <a:cxnLst/>
                <a:rect l="l" t="t" r="r" b="b"/>
                <a:pathLst>
                  <a:path w="1154" h="2077" extrusionOk="0">
                    <a:moveTo>
                      <a:pt x="234" y="1"/>
                    </a:moveTo>
                    <a:cubicBezTo>
                      <a:pt x="189" y="1"/>
                      <a:pt x="143" y="15"/>
                      <a:pt x="101" y="46"/>
                    </a:cubicBezTo>
                    <a:cubicBezTo>
                      <a:pt x="26" y="121"/>
                      <a:pt x="0" y="247"/>
                      <a:pt x="76" y="347"/>
                    </a:cubicBezTo>
                    <a:cubicBezTo>
                      <a:pt x="101" y="347"/>
                      <a:pt x="652" y="1049"/>
                      <a:pt x="276" y="1750"/>
                    </a:cubicBezTo>
                    <a:cubicBezTo>
                      <a:pt x="201" y="1851"/>
                      <a:pt x="251" y="1976"/>
                      <a:pt x="351" y="2051"/>
                    </a:cubicBezTo>
                    <a:cubicBezTo>
                      <a:pt x="376" y="2051"/>
                      <a:pt x="401" y="2076"/>
                      <a:pt x="452" y="2076"/>
                    </a:cubicBezTo>
                    <a:cubicBezTo>
                      <a:pt x="527" y="2076"/>
                      <a:pt x="577" y="2026"/>
                      <a:pt x="627" y="1976"/>
                    </a:cubicBezTo>
                    <a:cubicBezTo>
                      <a:pt x="1153" y="999"/>
                      <a:pt x="427" y="121"/>
                      <a:pt x="401" y="71"/>
                    </a:cubicBezTo>
                    <a:cubicBezTo>
                      <a:pt x="358" y="28"/>
                      <a:pt x="297" y="1"/>
                      <a:pt x="23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439;p31"/>
              <p:cNvSpPr/>
              <p:nvPr/>
            </p:nvSpPr>
            <p:spPr>
              <a:xfrm>
                <a:off x="5759634" y="4124975"/>
                <a:ext cx="25743" cy="45526"/>
              </a:xfrm>
              <a:custGeom>
                <a:avLst/>
                <a:gdLst/>
                <a:ahLst/>
                <a:cxnLst/>
                <a:rect l="l" t="t" r="r" b="b"/>
                <a:pathLst>
                  <a:path w="1179" h="2085" extrusionOk="0">
                    <a:moveTo>
                      <a:pt x="253" y="1"/>
                    </a:moveTo>
                    <a:cubicBezTo>
                      <a:pt x="206" y="1"/>
                      <a:pt x="160" y="20"/>
                      <a:pt x="125" y="55"/>
                    </a:cubicBezTo>
                    <a:cubicBezTo>
                      <a:pt x="25" y="130"/>
                      <a:pt x="0" y="255"/>
                      <a:pt x="75" y="355"/>
                    </a:cubicBezTo>
                    <a:cubicBezTo>
                      <a:pt x="100" y="355"/>
                      <a:pt x="652" y="1057"/>
                      <a:pt x="276" y="1759"/>
                    </a:cubicBezTo>
                    <a:cubicBezTo>
                      <a:pt x="201" y="1859"/>
                      <a:pt x="251" y="1984"/>
                      <a:pt x="351" y="2060"/>
                    </a:cubicBezTo>
                    <a:cubicBezTo>
                      <a:pt x="376" y="2060"/>
                      <a:pt x="401" y="2085"/>
                      <a:pt x="451" y="2085"/>
                    </a:cubicBezTo>
                    <a:cubicBezTo>
                      <a:pt x="526" y="2085"/>
                      <a:pt x="602" y="2035"/>
                      <a:pt x="627" y="1959"/>
                    </a:cubicBezTo>
                    <a:cubicBezTo>
                      <a:pt x="1178" y="1007"/>
                      <a:pt x="451" y="105"/>
                      <a:pt x="401" y="80"/>
                    </a:cubicBezTo>
                    <a:cubicBezTo>
                      <a:pt x="361" y="26"/>
                      <a:pt x="306" y="1"/>
                      <a:pt x="253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Google Shape;440;p31"/>
              <p:cNvSpPr/>
              <p:nvPr/>
            </p:nvSpPr>
            <p:spPr>
              <a:xfrm>
                <a:off x="5777146" y="4237120"/>
                <a:ext cx="26835" cy="43932"/>
              </a:xfrm>
              <a:custGeom>
                <a:avLst/>
                <a:gdLst/>
                <a:ahLst/>
                <a:cxnLst/>
                <a:rect l="l" t="t" r="r" b="b"/>
                <a:pathLst>
                  <a:path w="1229" h="2012" extrusionOk="0">
                    <a:moveTo>
                      <a:pt x="703" y="0"/>
                    </a:moveTo>
                    <a:cubicBezTo>
                      <a:pt x="686" y="0"/>
                      <a:pt x="669" y="2"/>
                      <a:pt x="652" y="6"/>
                    </a:cubicBezTo>
                    <a:cubicBezTo>
                      <a:pt x="552" y="31"/>
                      <a:pt x="476" y="157"/>
                      <a:pt x="501" y="257"/>
                    </a:cubicBezTo>
                    <a:cubicBezTo>
                      <a:pt x="501" y="282"/>
                      <a:pt x="752" y="1159"/>
                      <a:pt x="100" y="1635"/>
                    </a:cubicBezTo>
                    <a:cubicBezTo>
                      <a:pt x="25" y="1711"/>
                      <a:pt x="0" y="1836"/>
                      <a:pt x="75" y="1936"/>
                    </a:cubicBezTo>
                    <a:cubicBezTo>
                      <a:pt x="100" y="1986"/>
                      <a:pt x="176" y="2011"/>
                      <a:pt x="226" y="2011"/>
                    </a:cubicBezTo>
                    <a:cubicBezTo>
                      <a:pt x="276" y="2011"/>
                      <a:pt x="326" y="2011"/>
                      <a:pt x="351" y="1986"/>
                    </a:cubicBezTo>
                    <a:cubicBezTo>
                      <a:pt x="1228" y="1310"/>
                      <a:pt x="928" y="207"/>
                      <a:pt x="902" y="157"/>
                    </a:cubicBezTo>
                    <a:cubicBezTo>
                      <a:pt x="882" y="52"/>
                      <a:pt x="791" y="0"/>
                      <a:pt x="703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41" name="Google Shape;441;p31"/>
            <p:cNvGrpSpPr/>
            <p:nvPr/>
          </p:nvGrpSpPr>
          <p:grpSpPr>
            <a:xfrm>
              <a:off x="5231527" y="3883325"/>
              <a:ext cx="649067" cy="654636"/>
              <a:chOff x="5231527" y="3883325"/>
              <a:chExt cx="649067" cy="654636"/>
            </a:xfrm>
          </p:grpSpPr>
          <p:sp>
            <p:nvSpPr>
              <p:cNvPr id="442" name="Google Shape;442;p31"/>
              <p:cNvSpPr/>
              <p:nvPr/>
            </p:nvSpPr>
            <p:spPr>
              <a:xfrm>
                <a:off x="5231527" y="3951233"/>
                <a:ext cx="649067" cy="586728"/>
              </a:xfrm>
              <a:custGeom>
                <a:avLst/>
                <a:gdLst/>
                <a:ahLst/>
                <a:cxnLst/>
                <a:rect l="l" t="t" r="r" b="b"/>
                <a:pathLst>
                  <a:path w="29726" h="26871" extrusionOk="0">
                    <a:moveTo>
                      <a:pt x="15237" y="1"/>
                    </a:moveTo>
                    <a:cubicBezTo>
                      <a:pt x="11503" y="1"/>
                      <a:pt x="7744" y="1558"/>
                      <a:pt x="5013" y="4603"/>
                    </a:cubicBezTo>
                    <a:cubicBezTo>
                      <a:pt x="1" y="10192"/>
                      <a:pt x="326" y="18663"/>
                      <a:pt x="5765" y="23550"/>
                    </a:cubicBezTo>
                    <a:cubicBezTo>
                      <a:pt x="8244" y="25778"/>
                      <a:pt x="11353" y="26871"/>
                      <a:pt x="14480" y="26871"/>
                    </a:cubicBezTo>
                    <a:cubicBezTo>
                      <a:pt x="18213" y="26871"/>
                      <a:pt x="21971" y="25314"/>
                      <a:pt x="24712" y="22272"/>
                    </a:cubicBezTo>
                    <a:cubicBezTo>
                      <a:pt x="29725" y="16683"/>
                      <a:pt x="29374" y="8187"/>
                      <a:pt x="23936" y="3300"/>
                    </a:cubicBezTo>
                    <a:cubicBezTo>
                      <a:pt x="21460" y="1087"/>
                      <a:pt x="18357" y="1"/>
                      <a:pt x="1523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443;p31"/>
              <p:cNvSpPr/>
              <p:nvPr/>
            </p:nvSpPr>
            <p:spPr>
              <a:xfrm>
                <a:off x="5649082" y="3887561"/>
                <a:ext cx="75549" cy="111096"/>
              </a:xfrm>
              <a:custGeom>
                <a:avLst/>
                <a:gdLst/>
                <a:ahLst/>
                <a:cxnLst/>
                <a:rect l="l" t="t" r="r" b="b"/>
                <a:pathLst>
                  <a:path w="3460" h="5088" extrusionOk="0">
                    <a:moveTo>
                      <a:pt x="1128" y="426"/>
                    </a:moveTo>
                    <a:cubicBezTo>
                      <a:pt x="1805" y="501"/>
                      <a:pt x="2632" y="602"/>
                      <a:pt x="2782" y="928"/>
                    </a:cubicBezTo>
                    <a:cubicBezTo>
                      <a:pt x="2908" y="1354"/>
                      <a:pt x="1454" y="4336"/>
                      <a:pt x="1178" y="4637"/>
                    </a:cubicBezTo>
                    <a:cubicBezTo>
                      <a:pt x="1178" y="4637"/>
                      <a:pt x="1128" y="4662"/>
                      <a:pt x="1053" y="4662"/>
                    </a:cubicBezTo>
                    <a:cubicBezTo>
                      <a:pt x="853" y="4662"/>
                      <a:pt x="577" y="4562"/>
                      <a:pt x="427" y="4511"/>
                    </a:cubicBezTo>
                    <a:cubicBezTo>
                      <a:pt x="427" y="2406"/>
                      <a:pt x="702" y="501"/>
                      <a:pt x="1003" y="426"/>
                    </a:cubicBezTo>
                    <a:close/>
                    <a:moveTo>
                      <a:pt x="1003" y="0"/>
                    </a:moveTo>
                    <a:cubicBezTo>
                      <a:pt x="151" y="0"/>
                      <a:pt x="0" y="2907"/>
                      <a:pt x="0" y="4637"/>
                    </a:cubicBezTo>
                    <a:cubicBezTo>
                      <a:pt x="0" y="4712"/>
                      <a:pt x="51" y="4787"/>
                      <a:pt x="126" y="4837"/>
                    </a:cubicBezTo>
                    <a:cubicBezTo>
                      <a:pt x="176" y="4862"/>
                      <a:pt x="677" y="5088"/>
                      <a:pt x="1053" y="5088"/>
                    </a:cubicBezTo>
                    <a:cubicBezTo>
                      <a:pt x="1254" y="5088"/>
                      <a:pt x="1404" y="5013"/>
                      <a:pt x="1504" y="4912"/>
                    </a:cubicBezTo>
                    <a:cubicBezTo>
                      <a:pt x="1705" y="4662"/>
                      <a:pt x="3459" y="1354"/>
                      <a:pt x="3183" y="752"/>
                    </a:cubicBezTo>
                    <a:cubicBezTo>
                      <a:pt x="2908" y="226"/>
                      <a:pt x="2031" y="126"/>
                      <a:pt x="1153" y="25"/>
                    </a:cubicBezTo>
                    <a:lnTo>
                      <a:pt x="105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Google Shape;444;p31"/>
              <p:cNvSpPr/>
              <p:nvPr/>
            </p:nvSpPr>
            <p:spPr>
              <a:xfrm>
                <a:off x="5339328" y="3883325"/>
                <a:ext cx="293899" cy="143412"/>
              </a:xfrm>
              <a:custGeom>
                <a:avLst/>
                <a:gdLst/>
                <a:ahLst/>
                <a:cxnLst/>
                <a:rect l="l" t="t" r="r" b="b"/>
                <a:pathLst>
                  <a:path w="13460" h="6568" extrusionOk="0">
                    <a:moveTo>
                      <a:pt x="6991" y="1"/>
                    </a:moveTo>
                    <a:cubicBezTo>
                      <a:pt x="4102" y="1"/>
                      <a:pt x="1126" y="1796"/>
                      <a:pt x="653" y="1924"/>
                    </a:cubicBezTo>
                    <a:cubicBezTo>
                      <a:pt x="1" y="2099"/>
                      <a:pt x="2833" y="5382"/>
                      <a:pt x="4738" y="6335"/>
                    </a:cubicBezTo>
                    <a:cubicBezTo>
                      <a:pt x="5052" y="6496"/>
                      <a:pt x="5489" y="6567"/>
                      <a:pt x="5998" y="6567"/>
                    </a:cubicBezTo>
                    <a:cubicBezTo>
                      <a:pt x="8568" y="6567"/>
                      <a:pt x="12984" y="4749"/>
                      <a:pt x="12858" y="3578"/>
                    </a:cubicBezTo>
                    <a:cubicBezTo>
                      <a:pt x="12858" y="3578"/>
                      <a:pt x="13460" y="3477"/>
                      <a:pt x="10076" y="946"/>
                    </a:cubicBezTo>
                    <a:cubicBezTo>
                      <a:pt x="9152" y="254"/>
                      <a:pt x="8077" y="1"/>
                      <a:pt x="699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Google Shape;445;p31"/>
              <p:cNvSpPr/>
              <p:nvPr/>
            </p:nvSpPr>
            <p:spPr>
              <a:xfrm>
                <a:off x="5490384" y="3937891"/>
                <a:ext cx="122058" cy="27403"/>
              </a:xfrm>
              <a:custGeom>
                <a:avLst/>
                <a:gdLst/>
                <a:ahLst/>
                <a:cxnLst/>
                <a:rect l="l" t="t" r="r" b="b"/>
                <a:pathLst>
                  <a:path w="5590" h="1255" extrusionOk="0">
                    <a:moveTo>
                      <a:pt x="259" y="1"/>
                    </a:moveTo>
                    <a:cubicBezTo>
                      <a:pt x="230" y="1"/>
                      <a:pt x="210" y="1"/>
                      <a:pt x="201" y="1"/>
                    </a:cubicBezTo>
                    <a:cubicBezTo>
                      <a:pt x="75" y="1"/>
                      <a:pt x="0" y="101"/>
                      <a:pt x="0" y="201"/>
                    </a:cubicBezTo>
                    <a:cubicBezTo>
                      <a:pt x="0" y="327"/>
                      <a:pt x="75" y="427"/>
                      <a:pt x="201" y="427"/>
                    </a:cubicBezTo>
                    <a:cubicBezTo>
                      <a:pt x="275" y="425"/>
                      <a:pt x="357" y="424"/>
                      <a:pt x="447" y="424"/>
                    </a:cubicBezTo>
                    <a:cubicBezTo>
                      <a:pt x="1703" y="424"/>
                      <a:pt x="4418" y="598"/>
                      <a:pt x="5213" y="1229"/>
                    </a:cubicBezTo>
                    <a:cubicBezTo>
                      <a:pt x="5263" y="1254"/>
                      <a:pt x="5314" y="1254"/>
                      <a:pt x="5339" y="1254"/>
                    </a:cubicBezTo>
                    <a:cubicBezTo>
                      <a:pt x="5414" y="1254"/>
                      <a:pt x="5464" y="1229"/>
                      <a:pt x="5514" y="1179"/>
                    </a:cubicBezTo>
                    <a:cubicBezTo>
                      <a:pt x="5589" y="1104"/>
                      <a:pt x="5564" y="953"/>
                      <a:pt x="5489" y="878"/>
                    </a:cubicBezTo>
                    <a:cubicBezTo>
                      <a:pt x="4397" y="23"/>
                      <a:pt x="785" y="1"/>
                      <a:pt x="2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31"/>
              <p:cNvSpPr/>
              <p:nvPr/>
            </p:nvSpPr>
            <p:spPr>
              <a:xfrm>
                <a:off x="5806689" y="4203975"/>
                <a:ext cx="25198" cy="45329"/>
              </a:xfrm>
              <a:custGeom>
                <a:avLst/>
                <a:gdLst/>
                <a:ahLst/>
                <a:cxnLst/>
                <a:rect l="l" t="t" r="r" b="b"/>
                <a:pathLst>
                  <a:path w="1154" h="2076" extrusionOk="0">
                    <a:moveTo>
                      <a:pt x="234" y="0"/>
                    </a:moveTo>
                    <a:cubicBezTo>
                      <a:pt x="189" y="0"/>
                      <a:pt x="143" y="14"/>
                      <a:pt x="101" y="46"/>
                    </a:cubicBezTo>
                    <a:cubicBezTo>
                      <a:pt x="26" y="121"/>
                      <a:pt x="1" y="246"/>
                      <a:pt x="76" y="346"/>
                    </a:cubicBezTo>
                    <a:cubicBezTo>
                      <a:pt x="76" y="346"/>
                      <a:pt x="652" y="1048"/>
                      <a:pt x="251" y="1775"/>
                    </a:cubicBezTo>
                    <a:cubicBezTo>
                      <a:pt x="201" y="1875"/>
                      <a:pt x="251" y="2001"/>
                      <a:pt x="351" y="2051"/>
                    </a:cubicBezTo>
                    <a:cubicBezTo>
                      <a:pt x="377" y="2076"/>
                      <a:pt x="402" y="2076"/>
                      <a:pt x="452" y="2076"/>
                    </a:cubicBezTo>
                    <a:cubicBezTo>
                      <a:pt x="527" y="2076"/>
                      <a:pt x="577" y="2026"/>
                      <a:pt x="627" y="1975"/>
                    </a:cubicBezTo>
                    <a:cubicBezTo>
                      <a:pt x="1153" y="1023"/>
                      <a:pt x="427" y="121"/>
                      <a:pt x="402" y="71"/>
                    </a:cubicBezTo>
                    <a:cubicBezTo>
                      <a:pt x="358" y="27"/>
                      <a:pt x="297" y="0"/>
                      <a:pt x="2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Google Shape;447;p31"/>
              <p:cNvSpPr/>
              <p:nvPr/>
            </p:nvSpPr>
            <p:spPr>
              <a:xfrm>
                <a:off x="5803413" y="4267231"/>
                <a:ext cx="27927" cy="43364"/>
              </a:xfrm>
              <a:custGeom>
                <a:avLst/>
                <a:gdLst/>
                <a:ahLst/>
                <a:cxnLst/>
                <a:rect l="l" t="t" r="r" b="b"/>
                <a:pathLst>
                  <a:path w="1279" h="1986" extrusionOk="0">
                    <a:moveTo>
                      <a:pt x="818" y="1"/>
                    </a:moveTo>
                    <a:cubicBezTo>
                      <a:pt x="804" y="1"/>
                      <a:pt x="790" y="2"/>
                      <a:pt x="777" y="6"/>
                    </a:cubicBezTo>
                    <a:cubicBezTo>
                      <a:pt x="652" y="31"/>
                      <a:pt x="577" y="131"/>
                      <a:pt x="602" y="256"/>
                    </a:cubicBezTo>
                    <a:cubicBezTo>
                      <a:pt x="627" y="281"/>
                      <a:pt x="802" y="1159"/>
                      <a:pt x="126" y="1585"/>
                    </a:cubicBezTo>
                    <a:cubicBezTo>
                      <a:pt x="25" y="1660"/>
                      <a:pt x="0" y="1785"/>
                      <a:pt x="75" y="1885"/>
                    </a:cubicBezTo>
                    <a:cubicBezTo>
                      <a:pt x="100" y="1936"/>
                      <a:pt x="176" y="1986"/>
                      <a:pt x="251" y="1986"/>
                    </a:cubicBezTo>
                    <a:cubicBezTo>
                      <a:pt x="276" y="1986"/>
                      <a:pt x="326" y="1961"/>
                      <a:pt x="351" y="1936"/>
                    </a:cubicBezTo>
                    <a:cubicBezTo>
                      <a:pt x="1278" y="1334"/>
                      <a:pt x="1028" y="206"/>
                      <a:pt x="1028" y="156"/>
                    </a:cubicBezTo>
                    <a:cubicBezTo>
                      <a:pt x="1006" y="69"/>
                      <a:pt x="909" y="1"/>
                      <a:pt x="8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448;p31"/>
              <p:cNvSpPr/>
              <p:nvPr/>
            </p:nvSpPr>
            <p:spPr>
              <a:xfrm>
                <a:off x="5737733" y="4351537"/>
                <a:ext cx="30678" cy="38954"/>
              </a:xfrm>
              <a:custGeom>
                <a:avLst/>
                <a:gdLst/>
                <a:ahLst/>
                <a:cxnLst/>
                <a:rect l="l" t="t" r="r" b="b"/>
                <a:pathLst>
                  <a:path w="1405" h="1784" extrusionOk="0">
                    <a:moveTo>
                      <a:pt x="1166" y="1"/>
                    </a:moveTo>
                    <a:cubicBezTo>
                      <a:pt x="1063" y="1"/>
                      <a:pt x="1001" y="93"/>
                      <a:pt x="978" y="205"/>
                    </a:cubicBezTo>
                    <a:cubicBezTo>
                      <a:pt x="978" y="205"/>
                      <a:pt x="928" y="1107"/>
                      <a:pt x="176" y="1383"/>
                    </a:cubicBezTo>
                    <a:cubicBezTo>
                      <a:pt x="51" y="1408"/>
                      <a:pt x="1" y="1533"/>
                      <a:pt x="26" y="1634"/>
                    </a:cubicBezTo>
                    <a:cubicBezTo>
                      <a:pt x="76" y="1734"/>
                      <a:pt x="151" y="1784"/>
                      <a:pt x="226" y="1784"/>
                    </a:cubicBezTo>
                    <a:cubicBezTo>
                      <a:pt x="251" y="1784"/>
                      <a:pt x="276" y="1784"/>
                      <a:pt x="301" y="1759"/>
                    </a:cubicBezTo>
                    <a:cubicBezTo>
                      <a:pt x="1329" y="1433"/>
                      <a:pt x="1404" y="280"/>
                      <a:pt x="1404" y="230"/>
                    </a:cubicBezTo>
                    <a:cubicBezTo>
                      <a:pt x="1404" y="105"/>
                      <a:pt x="1329" y="4"/>
                      <a:pt x="1204" y="4"/>
                    </a:cubicBezTo>
                    <a:cubicBezTo>
                      <a:pt x="1191" y="2"/>
                      <a:pt x="1178" y="1"/>
                      <a:pt x="11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449;p31"/>
              <p:cNvSpPr/>
              <p:nvPr/>
            </p:nvSpPr>
            <p:spPr>
              <a:xfrm>
                <a:off x="5771665" y="4305006"/>
                <a:ext cx="27927" cy="43364"/>
              </a:xfrm>
              <a:custGeom>
                <a:avLst/>
                <a:gdLst/>
                <a:ahLst/>
                <a:cxnLst/>
                <a:rect l="l" t="t" r="r" b="b"/>
                <a:pathLst>
                  <a:path w="1279" h="1986" extrusionOk="0">
                    <a:moveTo>
                      <a:pt x="818" y="0"/>
                    </a:moveTo>
                    <a:cubicBezTo>
                      <a:pt x="804" y="0"/>
                      <a:pt x="791" y="2"/>
                      <a:pt x="778" y="5"/>
                    </a:cubicBezTo>
                    <a:cubicBezTo>
                      <a:pt x="652" y="30"/>
                      <a:pt x="602" y="130"/>
                      <a:pt x="627" y="256"/>
                    </a:cubicBezTo>
                    <a:cubicBezTo>
                      <a:pt x="627" y="281"/>
                      <a:pt x="803" y="1158"/>
                      <a:pt x="126" y="1609"/>
                    </a:cubicBezTo>
                    <a:cubicBezTo>
                      <a:pt x="26" y="1659"/>
                      <a:pt x="1" y="1785"/>
                      <a:pt x="76" y="1885"/>
                    </a:cubicBezTo>
                    <a:cubicBezTo>
                      <a:pt x="126" y="1960"/>
                      <a:pt x="176" y="1985"/>
                      <a:pt x="251" y="1985"/>
                    </a:cubicBezTo>
                    <a:cubicBezTo>
                      <a:pt x="276" y="1985"/>
                      <a:pt x="326" y="1985"/>
                      <a:pt x="376" y="1960"/>
                    </a:cubicBezTo>
                    <a:cubicBezTo>
                      <a:pt x="1279" y="1333"/>
                      <a:pt x="1028" y="206"/>
                      <a:pt x="1028" y="155"/>
                    </a:cubicBezTo>
                    <a:cubicBezTo>
                      <a:pt x="1006" y="68"/>
                      <a:pt x="909" y="0"/>
                      <a:pt x="8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Google Shape;450;p31"/>
              <p:cNvSpPr/>
              <p:nvPr/>
            </p:nvSpPr>
            <p:spPr>
              <a:xfrm>
                <a:off x="5748127" y="4249173"/>
                <a:ext cx="27949" cy="43364"/>
              </a:xfrm>
              <a:custGeom>
                <a:avLst/>
                <a:gdLst/>
                <a:ahLst/>
                <a:cxnLst/>
                <a:rect l="l" t="t" r="r" b="b"/>
                <a:pathLst>
                  <a:path w="1280" h="1986" extrusionOk="0">
                    <a:moveTo>
                      <a:pt x="818" y="1"/>
                    </a:moveTo>
                    <a:cubicBezTo>
                      <a:pt x="804" y="1"/>
                      <a:pt x="791" y="2"/>
                      <a:pt x="778" y="6"/>
                    </a:cubicBezTo>
                    <a:cubicBezTo>
                      <a:pt x="652" y="31"/>
                      <a:pt x="577" y="156"/>
                      <a:pt x="602" y="256"/>
                    </a:cubicBezTo>
                    <a:cubicBezTo>
                      <a:pt x="627" y="306"/>
                      <a:pt x="803" y="1159"/>
                      <a:pt x="126" y="1610"/>
                    </a:cubicBezTo>
                    <a:cubicBezTo>
                      <a:pt x="26" y="1685"/>
                      <a:pt x="1" y="1810"/>
                      <a:pt x="76" y="1910"/>
                    </a:cubicBezTo>
                    <a:cubicBezTo>
                      <a:pt x="101" y="1961"/>
                      <a:pt x="176" y="1986"/>
                      <a:pt x="251" y="1986"/>
                    </a:cubicBezTo>
                    <a:cubicBezTo>
                      <a:pt x="277" y="1986"/>
                      <a:pt x="327" y="1986"/>
                      <a:pt x="352" y="1961"/>
                    </a:cubicBezTo>
                    <a:cubicBezTo>
                      <a:pt x="1279" y="1359"/>
                      <a:pt x="1028" y="231"/>
                      <a:pt x="1028" y="181"/>
                    </a:cubicBezTo>
                    <a:cubicBezTo>
                      <a:pt x="1007" y="72"/>
                      <a:pt x="909" y="1"/>
                      <a:pt x="8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451;p31"/>
              <p:cNvSpPr/>
              <p:nvPr/>
            </p:nvSpPr>
            <p:spPr>
              <a:xfrm>
                <a:off x="5736095" y="4306644"/>
                <a:ext cx="35045" cy="35700"/>
              </a:xfrm>
              <a:custGeom>
                <a:avLst/>
                <a:gdLst/>
                <a:ahLst/>
                <a:cxnLst/>
                <a:rect l="l" t="t" r="r" b="b"/>
                <a:pathLst>
                  <a:path w="1605" h="1635" extrusionOk="0">
                    <a:moveTo>
                      <a:pt x="1364" y="0"/>
                    </a:moveTo>
                    <a:cubicBezTo>
                      <a:pt x="1273" y="0"/>
                      <a:pt x="1175" y="72"/>
                      <a:pt x="1153" y="181"/>
                    </a:cubicBezTo>
                    <a:cubicBezTo>
                      <a:pt x="1153" y="181"/>
                      <a:pt x="978" y="1058"/>
                      <a:pt x="176" y="1208"/>
                    </a:cubicBezTo>
                    <a:cubicBezTo>
                      <a:pt x="76" y="1233"/>
                      <a:pt x="0" y="1359"/>
                      <a:pt x="26" y="1459"/>
                    </a:cubicBezTo>
                    <a:cubicBezTo>
                      <a:pt x="26" y="1559"/>
                      <a:pt x="126" y="1634"/>
                      <a:pt x="226" y="1634"/>
                    </a:cubicBezTo>
                    <a:lnTo>
                      <a:pt x="251" y="1634"/>
                    </a:lnTo>
                    <a:cubicBezTo>
                      <a:pt x="1329" y="1434"/>
                      <a:pt x="1554" y="306"/>
                      <a:pt x="1579" y="256"/>
                    </a:cubicBezTo>
                    <a:cubicBezTo>
                      <a:pt x="1604" y="131"/>
                      <a:pt x="1529" y="30"/>
                      <a:pt x="1404" y="5"/>
                    </a:cubicBezTo>
                    <a:cubicBezTo>
                      <a:pt x="1391" y="2"/>
                      <a:pt x="1378" y="0"/>
                      <a:pt x="13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Google Shape;452;p31"/>
              <p:cNvSpPr/>
              <p:nvPr/>
            </p:nvSpPr>
            <p:spPr>
              <a:xfrm>
                <a:off x="5765638" y="4181528"/>
                <a:ext cx="25198" cy="45351"/>
              </a:xfrm>
              <a:custGeom>
                <a:avLst/>
                <a:gdLst/>
                <a:ahLst/>
                <a:cxnLst/>
                <a:rect l="l" t="t" r="r" b="b"/>
                <a:pathLst>
                  <a:path w="1154" h="2077" extrusionOk="0">
                    <a:moveTo>
                      <a:pt x="224" y="1"/>
                    </a:moveTo>
                    <a:cubicBezTo>
                      <a:pt x="177" y="1"/>
                      <a:pt x="133" y="15"/>
                      <a:pt x="101" y="46"/>
                    </a:cubicBezTo>
                    <a:cubicBezTo>
                      <a:pt x="1" y="121"/>
                      <a:pt x="1" y="247"/>
                      <a:pt x="76" y="347"/>
                    </a:cubicBezTo>
                    <a:cubicBezTo>
                      <a:pt x="101" y="372"/>
                      <a:pt x="652" y="1074"/>
                      <a:pt x="251" y="1775"/>
                    </a:cubicBezTo>
                    <a:cubicBezTo>
                      <a:pt x="201" y="1876"/>
                      <a:pt x="226" y="2001"/>
                      <a:pt x="327" y="2051"/>
                    </a:cubicBezTo>
                    <a:cubicBezTo>
                      <a:pt x="352" y="2076"/>
                      <a:pt x="402" y="2076"/>
                      <a:pt x="427" y="2076"/>
                    </a:cubicBezTo>
                    <a:cubicBezTo>
                      <a:pt x="502" y="2076"/>
                      <a:pt x="577" y="2051"/>
                      <a:pt x="602" y="1976"/>
                    </a:cubicBezTo>
                    <a:cubicBezTo>
                      <a:pt x="1154" y="1023"/>
                      <a:pt x="427" y="121"/>
                      <a:pt x="402" y="71"/>
                    </a:cubicBezTo>
                    <a:cubicBezTo>
                      <a:pt x="358" y="27"/>
                      <a:pt x="289" y="1"/>
                      <a:pt x="22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31"/>
              <p:cNvSpPr/>
              <p:nvPr/>
            </p:nvSpPr>
            <p:spPr>
              <a:xfrm>
                <a:off x="5788085" y="4148142"/>
                <a:ext cx="25198" cy="45351"/>
              </a:xfrm>
              <a:custGeom>
                <a:avLst/>
                <a:gdLst/>
                <a:ahLst/>
                <a:cxnLst/>
                <a:rect l="l" t="t" r="r" b="b"/>
                <a:pathLst>
                  <a:path w="1154" h="2077" extrusionOk="0">
                    <a:moveTo>
                      <a:pt x="234" y="1"/>
                    </a:moveTo>
                    <a:cubicBezTo>
                      <a:pt x="189" y="1"/>
                      <a:pt x="143" y="15"/>
                      <a:pt x="101" y="46"/>
                    </a:cubicBezTo>
                    <a:cubicBezTo>
                      <a:pt x="26" y="121"/>
                      <a:pt x="0" y="247"/>
                      <a:pt x="76" y="347"/>
                    </a:cubicBezTo>
                    <a:cubicBezTo>
                      <a:pt x="101" y="347"/>
                      <a:pt x="652" y="1049"/>
                      <a:pt x="276" y="1750"/>
                    </a:cubicBezTo>
                    <a:cubicBezTo>
                      <a:pt x="201" y="1851"/>
                      <a:pt x="251" y="1976"/>
                      <a:pt x="351" y="2051"/>
                    </a:cubicBezTo>
                    <a:cubicBezTo>
                      <a:pt x="376" y="2051"/>
                      <a:pt x="401" y="2076"/>
                      <a:pt x="452" y="2076"/>
                    </a:cubicBezTo>
                    <a:cubicBezTo>
                      <a:pt x="527" y="2076"/>
                      <a:pt x="577" y="2026"/>
                      <a:pt x="627" y="1976"/>
                    </a:cubicBezTo>
                    <a:cubicBezTo>
                      <a:pt x="1153" y="999"/>
                      <a:pt x="427" y="121"/>
                      <a:pt x="401" y="71"/>
                    </a:cubicBezTo>
                    <a:cubicBezTo>
                      <a:pt x="358" y="28"/>
                      <a:pt x="297" y="1"/>
                      <a:pt x="2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454;p31"/>
              <p:cNvSpPr/>
              <p:nvPr/>
            </p:nvSpPr>
            <p:spPr>
              <a:xfrm>
                <a:off x="5759634" y="4124975"/>
                <a:ext cx="25743" cy="45526"/>
              </a:xfrm>
              <a:custGeom>
                <a:avLst/>
                <a:gdLst/>
                <a:ahLst/>
                <a:cxnLst/>
                <a:rect l="l" t="t" r="r" b="b"/>
                <a:pathLst>
                  <a:path w="1179" h="2085" extrusionOk="0">
                    <a:moveTo>
                      <a:pt x="253" y="1"/>
                    </a:moveTo>
                    <a:cubicBezTo>
                      <a:pt x="206" y="1"/>
                      <a:pt x="160" y="20"/>
                      <a:pt x="125" y="55"/>
                    </a:cubicBezTo>
                    <a:cubicBezTo>
                      <a:pt x="25" y="130"/>
                      <a:pt x="0" y="255"/>
                      <a:pt x="75" y="355"/>
                    </a:cubicBezTo>
                    <a:cubicBezTo>
                      <a:pt x="100" y="355"/>
                      <a:pt x="652" y="1057"/>
                      <a:pt x="276" y="1759"/>
                    </a:cubicBezTo>
                    <a:cubicBezTo>
                      <a:pt x="201" y="1859"/>
                      <a:pt x="251" y="1984"/>
                      <a:pt x="351" y="2060"/>
                    </a:cubicBezTo>
                    <a:cubicBezTo>
                      <a:pt x="376" y="2060"/>
                      <a:pt x="401" y="2085"/>
                      <a:pt x="451" y="2085"/>
                    </a:cubicBezTo>
                    <a:cubicBezTo>
                      <a:pt x="526" y="2085"/>
                      <a:pt x="602" y="2035"/>
                      <a:pt x="627" y="1959"/>
                    </a:cubicBezTo>
                    <a:cubicBezTo>
                      <a:pt x="1178" y="1007"/>
                      <a:pt x="451" y="105"/>
                      <a:pt x="401" y="80"/>
                    </a:cubicBezTo>
                    <a:cubicBezTo>
                      <a:pt x="361" y="26"/>
                      <a:pt x="306" y="1"/>
                      <a:pt x="2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Google Shape;455;p31"/>
              <p:cNvSpPr/>
              <p:nvPr/>
            </p:nvSpPr>
            <p:spPr>
              <a:xfrm>
                <a:off x="5777146" y="4237120"/>
                <a:ext cx="26835" cy="43932"/>
              </a:xfrm>
              <a:custGeom>
                <a:avLst/>
                <a:gdLst/>
                <a:ahLst/>
                <a:cxnLst/>
                <a:rect l="l" t="t" r="r" b="b"/>
                <a:pathLst>
                  <a:path w="1229" h="2012" extrusionOk="0">
                    <a:moveTo>
                      <a:pt x="703" y="0"/>
                    </a:moveTo>
                    <a:cubicBezTo>
                      <a:pt x="686" y="0"/>
                      <a:pt x="669" y="2"/>
                      <a:pt x="652" y="6"/>
                    </a:cubicBezTo>
                    <a:cubicBezTo>
                      <a:pt x="552" y="31"/>
                      <a:pt x="476" y="157"/>
                      <a:pt x="501" y="257"/>
                    </a:cubicBezTo>
                    <a:cubicBezTo>
                      <a:pt x="501" y="282"/>
                      <a:pt x="752" y="1159"/>
                      <a:pt x="100" y="1635"/>
                    </a:cubicBezTo>
                    <a:cubicBezTo>
                      <a:pt x="25" y="1711"/>
                      <a:pt x="0" y="1836"/>
                      <a:pt x="75" y="1936"/>
                    </a:cubicBezTo>
                    <a:cubicBezTo>
                      <a:pt x="100" y="1986"/>
                      <a:pt x="176" y="2011"/>
                      <a:pt x="226" y="2011"/>
                    </a:cubicBezTo>
                    <a:cubicBezTo>
                      <a:pt x="276" y="2011"/>
                      <a:pt x="326" y="2011"/>
                      <a:pt x="351" y="1986"/>
                    </a:cubicBezTo>
                    <a:cubicBezTo>
                      <a:pt x="1228" y="1310"/>
                      <a:pt x="928" y="207"/>
                      <a:pt x="902" y="157"/>
                    </a:cubicBezTo>
                    <a:cubicBezTo>
                      <a:pt x="882" y="52"/>
                      <a:pt x="791" y="0"/>
                      <a:pt x="7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56" name="Google Shape;456;p31"/>
          <p:cNvGrpSpPr/>
          <p:nvPr/>
        </p:nvGrpSpPr>
        <p:grpSpPr>
          <a:xfrm>
            <a:off x="970624" y="540010"/>
            <a:ext cx="1129512" cy="502494"/>
            <a:chOff x="4194885" y="728574"/>
            <a:chExt cx="754466" cy="335645"/>
          </a:xfrm>
        </p:grpSpPr>
        <p:grpSp>
          <p:nvGrpSpPr>
            <p:cNvPr id="457" name="Google Shape;457;p31"/>
            <p:cNvGrpSpPr/>
            <p:nvPr/>
          </p:nvGrpSpPr>
          <p:grpSpPr>
            <a:xfrm>
              <a:off x="4716825" y="728574"/>
              <a:ext cx="232527" cy="200152"/>
              <a:chOff x="4716825" y="728574"/>
              <a:chExt cx="232527" cy="200152"/>
            </a:xfrm>
          </p:grpSpPr>
          <p:sp>
            <p:nvSpPr>
              <p:cNvPr id="458" name="Google Shape;458;p31"/>
              <p:cNvSpPr/>
              <p:nvPr/>
            </p:nvSpPr>
            <p:spPr>
              <a:xfrm>
                <a:off x="4881670" y="766089"/>
                <a:ext cx="67682" cy="46278"/>
              </a:xfrm>
              <a:custGeom>
                <a:avLst/>
                <a:gdLst/>
                <a:ahLst/>
                <a:cxnLst/>
                <a:rect l="l" t="t" r="r" b="b"/>
                <a:pathLst>
                  <a:path w="3159" h="2160" extrusionOk="0">
                    <a:moveTo>
                      <a:pt x="2516" y="0"/>
                    </a:moveTo>
                    <a:cubicBezTo>
                      <a:pt x="2113" y="0"/>
                      <a:pt x="1415" y="51"/>
                      <a:pt x="201" y="180"/>
                    </a:cubicBezTo>
                    <a:cubicBezTo>
                      <a:pt x="76" y="205"/>
                      <a:pt x="0" y="305"/>
                      <a:pt x="0" y="405"/>
                    </a:cubicBezTo>
                    <a:cubicBezTo>
                      <a:pt x="25" y="531"/>
                      <a:pt x="126" y="606"/>
                      <a:pt x="251" y="606"/>
                    </a:cubicBezTo>
                    <a:cubicBezTo>
                      <a:pt x="1078" y="506"/>
                      <a:pt x="1980" y="430"/>
                      <a:pt x="2456" y="430"/>
                    </a:cubicBezTo>
                    <a:cubicBezTo>
                      <a:pt x="2005" y="856"/>
                      <a:pt x="1028" y="1659"/>
                      <a:pt x="878" y="1759"/>
                    </a:cubicBezTo>
                    <a:cubicBezTo>
                      <a:pt x="777" y="1834"/>
                      <a:pt x="752" y="1959"/>
                      <a:pt x="802" y="2060"/>
                    </a:cubicBezTo>
                    <a:cubicBezTo>
                      <a:pt x="852" y="2110"/>
                      <a:pt x="928" y="2160"/>
                      <a:pt x="978" y="2160"/>
                    </a:cubicBezTo>
                    <a:cubicBezTo>
                      <a:pt x="1028" y="2160"/>
                      <a:pt x="1053" y="2135"/>
                      <a:pt x="1103" y="2135"/>
                    </a:cubicBezTo>
                    <a:cubicBezTo>
                      <a:pt x="1103" y="2110"/>
                      <a:pt x="3158" y="556"/>
                      <a:pt x="3083" y="205"/>
                    </a:cubicBezTo>
                    <a:cubicBezTo>
                      <a:pt x="3069" y="90"/>
                      <a:pt x="3054" y="0"/>
                      <a:pt x="25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459;p31"/>
              <p:cNvSpPr/>
              <p:nvPr/>
            </p:nvSpPr>
            <p:spPr>
              <a:xfrm>
                <a:off x="4716825" y="728574"/>
                <a:ext cx="220699" cy="200152"/>
              </a:xfrm>
              <a:custGeom>
                <a:avLst/>
                <a:gdLst/>
                <a:ahLst/>
                <a:cxnLst/>
                <a:rect l="l" t="t" r="r" b="b"/>
                <a:pathLst>
                  <a:path w="10301" h="9342" extrusionOk="0">
                    <a:moveTo>
                      <a:pt x="2726" y="0"/>
                    </a:moveTo>
                    <a:cubicBezTo>
                      <a:pt x="1474" y="0"/>
                      <a:pt x="2682" y="3008"/>
                      <a:pt x="2682" y="3008"/>
                    </a:cubicBezTo>
                    <a:cubicBezTo>
                      <a:pt x="2682" y="3008"/>
                      <a:pt x="2147" y="2452"/>
                      <a:pt x="1702" y="2452"/>
                    </a:cubicBezTo>
                    <a:cubicBezTo>
                      <a:pt x="1479" y="2452"/>
                      <a:pt x="1278" y="2591"/>
                      <a:pt x="1178" y="3008"/>
                    </a:cubicBezTo>
                    <a:cubicBezTo>
                      <a:pt x="877" y="4237"/>
                      <a:pt x="2431" y="5966"/>
                      <a:pt x="2431" y="5966"/>
                    </a:cubicBezTo>
                    <a:lnTo>
                      <a:pt x="0" y="6242"/>
                    </a:lnTo>
                    <a:cubicBezTo>
                      <a:pt x="0" y="6242"/>
                      <a:pt x="959" y="9342"/>
                      <a:pt x="4495" y="9342"/>
                    </a:cubicBezTo>
                    <a:cubicBezTo>
                      <a:pt x="4879" y="9342"/>
                      <a:pt x="5293" y="9305"/>
                      <a:pt x="5739" y="9224"/>
                    </a:cubicBezTo>
                    <a:cubicBezTo>
                      <a:pt x="10301" y="8372"/>
                      <a:pt x="9875" y="2232"/>
                      <a:pt x="7619" y="1179"/>
                    </a:cubicBezTo>
                    <a:cubicBezTo>
                      <a:pt x="7443" y="1095"/>
                      <a:pt x="7280" y="1058"/>
                      <a:pt x="7128" y="1058"/>
                    </a:cubicBezTo>
                    <a:cubicBezTo>
                      <a:pt x="5877" y="1058"/>
                      <a:pt x="5439" y="3610"/>
                      <a:pt x="5439" y="3610"/>
                    </a:cubicBezTo>
                    <a:cubicBezTo>
                      <a:pt x="5439" y="3610"/>
                      <a:pt x="4035" y="51"/>
                      <a:pt x="2757" y="1"/>
                    </a:cubicBezTo>
                    <a:cubicBezTo>
                      <a:pt x="2746" y="1"/>
                      <a:pt x="2736" y="0"/>
                      <a:pt x="272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460;p31"/>
              <p:cNvSpPr/>
              <p:nvPr/>
            </p:nvSpPr>
            <p:spPr>
              <a:xfrm>
                <a:off x="4856431" y="765832"/>
                <a:ext cx="31709" cy="36872"/>
              </a:xfrm>
              <a:custGeom>
                <a:avLst/>
                <a:gdLst/>
                <a:ahLst/>
                <a:cxnLst/>
                <a:rect l="l" t="t" r="r" b="b"/>
                <a:pathLst>
                  <a:path w="1480" h="1721" extrusionOk="0">
                    <a:moveTo>
                      <a:pt x="996" y="0"/>
                    </a:moveTo>
                    <a:cubicBezTo>
                      <a:pt x="973" y="0"/>
                      <a:pt x="950" y="5"/>
                      <a:pt x="928" y="16"/>
                    </a:cubicBezTo>
                    <a:cubicBezTo>
                      <a:pt x="802" y="41"/>
                      <a:pt x="752" y="167"/>
                      <a:pt x="777" y="267"/>
                    </a:cubicBezTo>
                    <a:cubicBezTo>
                      <a:pt x="903" y="668"/>
                      <a:pt x="978" y="1094"/>
                      <a:pt x="953" y="1269"/>
                    </a:cubicBezTo>
                    <a:cubicBezTo>
                      <a:pt x="802" y="1194"/>
                      <a:pt x="577" y="868"/>
                      <a:pt x="426" y="543"/>
                    </a:cubicBezTo>
                    <a:cubicBezTo>
                      <a:pt x="388" y="466"/>
                      <a:pt x="306" y="433"/>
                      <a:pt x="225" y="433"/>
                    </a:cubicBezTo>
                    <a:cubicBezTo>
                      <a:pt x="199" y="433"/>
                      <a:pt x="174" y="437"/>
                      <a:pt x="151" y="442"/>
                    </a:cubicBezTo>
                    <a:cubicBezTo>
                      <a:pt x="51" y="493"/>
                      <a:pt x="0" y="618"/>
                      <a:pt x="51" y="743"/>
                    </a:cubicBezTo>
                    <a:cubicBezTo>
                      <a:pt x="151" y="969"/>
                      <a:pt x="527" y="1696"/>
                      <a:pt x="1003" y="1721"/>
                    </a:cubicBezTo>
                    <a:cubicBezTo>
                      <a:pt x="1128" y="1721"/>
                      <a:pt x="1203" y="1671"/>
                      <a:pt x="1279" y="1595"/>
                    </a:cubicBezTo>
                    <a:cubicBezTo>
                      <a:pt x="1479" y="1295"/>
                      <a:pt x="1304" y="568"/>
                      <a:pt x="1178" y="142"/>
                    </a:cubicBezTo>
                    <a:cubicBezTo>
                      <a:pt x="1159" y="63"/>
                      <a:pt x="1078" y="0"/>
                      <a:pt x="99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461;p31"/>
              <p:cNvSpPr/>
              <p:nvPr/>
            </p:nvSpPr>
            <p:spPr>
              <a:xfrm>
                <a:off x="4758154" y="786765"/>
                <a:ext cx="73595" cy="70724"/>
              </a:xfrm>
              <a:custGeom>
                <a:avLst/>
                <a:gdLst/>
                <a:ahLst/>
                <a:cxnLst/>
                <a:rect l="l" t="t" r="r" b="b"/>
                <a:pathLst>
                  <a:path w="3435" h="3301" extrusionOk="0">
                    <a:moveTo>
                      <a:pt x="1809" y="1"/>
                    </a:moveTo>
                    <a:cubicBezTo>
                      <a:pt x="1775" y="1"/>
                      <a:pt x="1750" y="9"/>
                      <a:pt x="1730" y="17"/>
                    </a:cubicBezTo>
                    <a:cubicBezTo>
                      <a:pt x="1429" y="67"/>
                      <a:pt x="1304" y="518"/>
                      <a:pt x="1354" y="1320"/>
                    </a:cubicBezTo>
                    <a:cubicBezTo>
                      <a:pt x="1119" y="1106"/>
                      <a:pt x="828" y="928"/>
                      <a:pt x="576" y="928"/>
                    </a:cubicBezTo>
                    <a:cubicBezTo>
                      <a:pt x="534" y="928"/>
                      <a:pt x="492" y="933"/>
                      <a:pt x="452" y="944"/>
                    </a:cubicBezTo>
                    <a:cubicBezTo>
                      <a:pt x="377" y="969"/>
                      <a:pt x="201" y="1044"/>
                      <a:pt x="151" y="1295"/>
                    </a:cubicBezTo>
                    <a:cubicBezTo>
                      <a:pt x="1" y="2072"/>
                      <a:pt x="1003" y="3125"/>
                      <a:pt x="1104" y="3250"/>
                    </a:cubicBezTo>
                    <a:cubicBezTo>
                      <a:pt x="1154" y="3300"/>
                      <a:pt x="1204" y="3300"/>
                      <a:pt x="1254" y="3300"/>
                    </a:cubicBezTo>
                    <a:cubicBezTo>
                      <a:pt x="1304" y="3300"/>
                      <a:pt x="1379" y="3300"/>
                      <a:pt x="1404" y="3250"/>
                    </a:cubicBezTo>
                    <a:cubicBezTo>
                      <a:pt x="1480" y="3175"/>
                      <a:pt x="1505" y="3049"/>
                      <a:pt x="1404" y="2949"/>
                    </a:cubicBezTo>
                    <a:cubicBezTo>
                      <a:pt x="1028" y="2573"/>
                      <a:pt x="477" y="1796"/>
                      <a:pt x="552" y="1395"/>
                    </a:cubicBezTo>
                    <a:cubicBezTo>
                      <a:pt x="577" y="1345"/>
                      <a:pt x="577" y="1345"/>
                      <a:pt x="577" y="1345"/>
                    </a:cubicBezTo>
                    <a:cubicBezTo>
                      <a:pt x="728" y="1345"/>
                      <a:pt x="1154" y="1646"/>
                      <a:pt x="1480" y="1997"/>
                    </a:cubicBezTo>
                    <a:cubicBezTo>
                      <a:pt x="1512" y="2045"/>
                      <a:pt x="1565" y="2073"/>
                      <a:pt x="1619" y="2073"/>
                    </a:cubicBezTo>
                    <a:cubicBezTo>
                      <a:pt x="1649" y="2073"/>
                      <a:pt x="1679" y="2065"/>
                      <a:pt x="1705" y="2047"/>
                    </a:cubicBezTo>
                    <a:cubicBezTo>
                      <a:pt x="1805" y="2022"/>
                      <a:pt x="1856" y="1922"/>
                      <a:pt x="1830" y="1846"/>
                    </a:cubicBezTo>
                    <a:cubicBezTo>
                      <a:pt x="1755" y="1220"/>
                      <a:pt x="1755" y="593"/>
                      <a:pt x="1805" y="443"/>
                    </a:cubicBezTo>
                    <a:lnTo>
                      <a:pt x="1805" y="443"/>
                    </a:lnTo>
                    <a:cubicBezTo>
                      <a:pt x="2031" y="618"/>
                      <a:pt x="2582" y="1546"/>
                      <a:pt x="3008" y="2373"/>
                    </a:cubicBezTo>
                    <a:cubicBezTo>
                      <a:pt x="3045" y="2446"/>
                      <a:pt x="3122" y="2493"/>
                      <a:pt x="3200" y="2493"/>
                    </a:cubicBezTo>
                    <a:cubicBezTo>
                      <a:pt x="3229" y="2493"/>
                      <a:pt x="3257" y="2486"/>
                      <a:pt x="3284" y="2473"/>
                    </a:cubicBezTo>
                    <a:cubicBezTo>
                      <a:pt x="3384" y="2423"/>
                      <a:pt x="3435" y="2298"/>
                      <a:pt x="3384" y="2197"/>
                    </a:cubicBezTo>
                    <a:cubicBezTo>
                      <a:pt x="2410" y="249"/>
                      <a:pt x="1991" y="1"/>
                      <a:pt x="180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Google Shape;462;p31"/>
              <p:cNvSpPr/>
              <p:nvPr/>
            </p:nvSpPr>
            <p:spPr>
              <a:xfrm>
                <a:off x="4794148" y="839106"/>
                <a:ext cx="113852" cy="69374"/>
              </a:xfrm>
              <a:custGeom>
                <a:avLst/>
                <a:gdLst/>
                <a:ahLst/>
                <a:cxnLst/>
                <a:rect l="l" t="t" r="r" b="b"/>
                <a:pathLst>
                  <a:path w="5314" h="3238" extrusionOk="0">
                    <a:moveTo>
                      <a:pt x="5090" y="0"/>
                    </a:moveTo>
                    <a:cubicBezTo>
                      <a:pt x="4987" y="0"/>
                      <a:pt x="4906" y="68"/>
                      <a:pt x="4862" y="155"/>
                    </a:cubicBezTo>
                    <a:cubicBezTo>
                      <a:pt x="4562" y="1308"/>
                      <a:pt x="4010" y="2085"/>
                      <a:pt x="3208" y="2486"/>
                    </a:cubicBezTo>
                    <a:cubicBezTo>
                      <a:pt x="2730" y="2730"/>
                      <a:pt x="2223" y="2808"/>
                      <a:pt x="1768" y="2808"/>
                    </a:cubicBezTo>
                    <a:cubicBezTo>
                      <a:pt x="959" y="2808"/>
                      <a:pt x="317" y="2561"/>
                      <a:pt x="301" y="2561"/>
                    </a:cubicBezTo>
                    <a:cubicBezTo>
                      <a:pt x="275" y="2548"/>
                      <a:pt x="247" y="2542"/>
                      <a:pt x="220" y="2542"/>
                    </a:cubicBezTo>
                    <a:cubicBezTo>
                      <a:pt x="141" y="2542"/>
                      <a:pt x="62" y="2594"/>
                      <a:pt x="25" y="2687"/>
                    </a:cubicBezTo>
                    <a:cubicBezTo>
                      <a:pt x="0" y="2787"/>
                      <a:pt x="50" y="2912"/>
                      <a:pt x="150" y="2937"/>
                    </a:cubicBezTo>
                    <a:cubicBezTo>
                      <a:pt x="201" y="2962"/>
                      <a:pt x="877" y="3238"/>
                      <a:pt x="1780" y="3238"/>
                    </a:cubicBezTo>
                    <a:cubicBezTo>
                      <a:pt x="2281" y="3238"/>
                      <a:pt x="2857" y="3138"/>
                      <a:pt x="3409" y="2862"/>
                    </a:cubicBezTo>
                    <a:cubicBezTo>
                      <a:pt x="4311" y="2411"/>
                      <a:pt x="4937" y="1534"/>
                      <a:pt x="5288" y="256"/>
                    </a:cubicBezTo>
                    <a:cubicBezTo>
                      <a:pt x="5313" y="155"/>
                      <a:pt x="5238" y="30"/>
                      <a:pt x="5138" y="5"/>
                    </a:cubicBezTo>
                    <a:cubicBezTo>
                      <a:pt x="5122" y="2"/>
                      <a:pt x="5105" y="0"/>
                      <a:pt x="50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63" name="Google Shape;463;p31"/>
            <p:cNvSpPr/>
            <p:nvPr/>
          </p:nvSpPr>
          <p:spPr>
            <a:xfrm>
              <a:off x="4194885" y="833836"/>
              <a:ext cx="507987" cy="230383"/>
            </a:xfrm>
            <a:custGeom>
              <a:avLst/>
              <a:gdLst/>
              <a:ahLst/>
              <a:cxnLst/>
              <a:rect l="l" t="t" r="r" b="b"/>
              <a:pathLst>
                <a:path w="23710" h="10753" extrusionOk="0">
                  <a:moveTo>
                    <a:pt x="17594" y="0"/>
                  </a:moveTo>
                  <a:cubicBezTo>
                    <a:pt x="17444" y="25"/>
                    <a:pt x="17268" y="50"/>
                    <a:pt x="17118" y="75"/>
                  </a:cubicBezTo>
                  <a:cubicBezTo>
                    <a:pt x="17018" y="101"/>
                    <a:pt x="16942" y="226"/>
                    <a:pt x="16968" y="326"/>
                  </a:cubicBezTo>
                  <a:cubicBezTo>
                    <a:pt x="16993" y="426"/>
                    <a:pt x="17093" y="502"/>
                    <a:pt x="17168" y="502"/>
                  </a:cubicBezTo>
                  <a:cubicBezTo>
                    <a:pt x="17193" y="502"/>
                    <a:pt x="17218" y="502"/>
                    <a:pt x="17218" y="476"/>
                  </a:cubicBezTo>
                  <a:cubicBezTo>
                    <a:pt x="17369" y="451"/>
                    <a:pt x="17494" y="426"/>
                    <a:pt x="17619" y="426"/>
                  </a:cubicBezTo>
                  <a:cubicBezTo>
                    <a:pt x="17744" y="401"/>
                    <a:pt x="17870" y="401"/>
                    <a:pt x="17995" y="401"/>
                  </a:cubicBezTo>
                  <a:cubicBezTo>
                    <a:pt x="18120" y="401"/>
                    <a:pt x="18221" y="301"/>
                    <a:pt x="18221" y="201"/>
                  </a:cubicBezTo>
                  <a:cubicBezTo>
                    <a:pt x="18221" y="75"/>
                    <a:pt x="18120" y="0"/>
                    <a:pt x="17995" y="0"/>
                  </a:cubicBezTo>
                  <a:close/>
                  <a:moveTo>
                    <a:pt x="18834" y="46"/>
                  </a:moveTo>
                  <a:cubicBezTo>
                    <a:pt x="18727" y="46"/>
                    <a:pt x="18644" y="136"/>
                    <a:pt x="18622" y="226"/>
                  </a:cubicBezTo>
                  <a:cubicBezTo>
                    <a:pt x="18622" y="351"/>
                    <a:pt x="18697" y="451"/>
                    <a:pt x="18797" y="476"/>
                  </a:cubicBezTo>
                  <a:cubicBezTo>
                    <a:pt x="19073" y="502"/>
                    <a:pt x="19323" y="577"/>
                    <a:pt x="19574" y="652"/>
                  </a:cubicBezTo>
                  <a:lnTo>
                    <a:pt x="19649" y="652"/>
                  </a:lnTo>
                  <a:cubicBezTo>
                    <a:pt x="19724" y="652"/>
                    <a:pt x="19825" y="602"/>
                    <a:pt x="19850" y="502"/>
                  </a:cubicBezTo>
                  <a:cubicBezTo>
                    <a:pt x="19875" y="401"/>
                    <a:pt x="19825" y="276"/>
                    <a:pt x="19699" y="251"/>
                  </a:cubicBezTo>
                  <a:cubicBezTo>
                    <a:pt x="19424" y="151"/>
                    <a:pt x="19148" y="101"/>
                    <a:pt x="18872" y="50"/>
                  </a:cubicBezTo>
                  <a:cubicBezTo>
                    <a:pt x="18859" y="48"/>
                    <a:pt x="18846" y="46"/>
                    <a:pt x="18834" y="46"/>
                  </a:cubicBezTo>
                  <a:close/>
                  <a:moveTo>
                    <a:pt x="16429" y="408"/>
                  </a:moveTo>
                  <a:cubicBezTo>
                    <a:pt x="16387" y="408"/>
                    <a:pt x="16346" y="422"/>
                    <a:pt x="16316" y="451"/>
                  </a:cubicBezTo>
                  <a:cubicBezTo>
                    <a:pt x="16065" y="602"/>
                    <a:pt x="15840" y="802"/>
                    <a:pt x="15639" y="1028"/>
                  </a:cubicBezTo>
                  <a:cubicBezTo>
                    <a:pt x="15564" y="1103"/>
                    <a:pt x="15564" y="1228"/>
                    <a:pt x="15639" y="1329"/>
                  </a:cubicBezTo>
                  <a:cubicBezTo>
                    <a:pt x="15689" y="1354"/>
                    <a:pt x="15739" y="1379"/>
                    <a:pt x="15790" y="1379"/>
                  </a:cubicBezTo>
                  <a:cubicBezTo>
                    <a:pt x="15840" y="1379"/>
                    <a:pt x="15890" y="1354"/>
                    <a:pt x="15940" y="1304"/>
                  </a:cubicBezTo>
                  <a:cubicBezTo>
                    <a:pt x="16115" y="1103"/>
                    <a:pt x="16316" y="928"/>
                    <a:pt x="16541" y="802"/>
                  </a:cubicBezTo>
                  <a:cubicBezTo>
                    <a:pt x="16617" y="727"/>
                    <a:pt x="16667" y="602"/>
                    <a:pt x="16592" y="502"/>
                  </a:cubicBezTo>
                  <a:cubicBezTo>
                    <a:pt x="16561" y="441"/>
                    <a:pt x="16494" y="408"/>
                    <a:pt x="16429" y="408"/>
                  </a:cubicBezTo>
                  <a:close/>
                  <a:moveTo>
                    <a:pt x="20410" y="553"/>
                  </a:moveTo>
                  <a:cubicBezTo>
                    <a:pt x="20329" y="553"/>
                    <a:pt x="20260" y="591"/>
                    <a:pt x="20226" y="677"/>
                  </a:cubicBezTo>
                  <a:cubicBezTo>
                    <a:pt x="20176" y="777"/>
                    <a:pt x="20226" y="903"/>
                    <a:pt x="20326" y="953"/>
                  </a:cubicBezTo>
                  <a:cubicBezTo>
                    <a:pt x="20577" y="1053"/>
                    <a:pt x="20802" y="1203"/>
                    <a:pt x="21028" y="1354"/>
                  </a:cubicBezTo>
                  <a:cubicBezTo>
                    <a:pt x="21078" y="1379"/>
                    <a:pt x="21103" y="1379"/>
                    <a:pt x="21153" y="1379"/>
                  </a:cubicBezTo>
                  <a:cubicBezTo>
                    <a:pt x="21228" y="1379"/>
                    <a:pt x="21278" y="1354"/>
                    <a:pt x="21328" y="1278"/>
                  </a:cubicBezTo>
                  <a:cubicBezTo>
                    <a:pt x="21379" y="1178"/>
                    <a:pt x="21354" y="1053"/>
                    <a:pt x="21253" y="1003"/>
                  </a:cubicBezTo>
                  <a:cubicBezTo>
                    <a:pt x="21028" y="827"/>
                    <a:pt x="20777" y="702"/>
                    <a:pt x="20526" y="577"/>
                  </a:cubicBezTo>
                  <a:cubicBezTo>
                    <a:pt x="20487" y="561"/>
                    <a:pt x="20447" y="553"/>
                    <a:pt x="20410" y="553"/>
                  </a:cubicBezTo>
                  <a:close/>
                  <a:moveTo>
                    <a:pt x="11604" y="1579"/>
                  </a:moveTo>
                  <a:cubicBezTo>
                    <a:pt x="11479" y="1579"/>
                    <a:pt x="11404" y="1654"/>
                    <a:pt x="11404" y="1780"/>
                  </a:cubicBezTo>
                  <a:cubicBezTo>
                    <a:pt x="11404" y="1880"/>
                    <a:pt x="11479" y="1980"/>
                    <a:pt x="11604" y="1980"/>
                  </a:cubicBezTo>
                  <a:cubicBezTo>
                    <a:pt x="11855" y="1980"/>
                    <a:pt x="12130" y="2005"/>
                    <a:pt x="12381" y="2080"/>
                  </a:cubicBezTo>
                  <a:lnTo>
                    <a:pt x="12431" y="2080"/>
                  </a:lnTo>
                  <a:cubicBezTo>
                    <a:pt x="12531" y="2080"/>
                    <a:pt x="12607" y="2005"/>
                    <a:pt x="12632" y="1905"/>
                  </a:cubicBezTo>
                  <a:cubicBezTo>
                    <a:pt x="12657" y="1805"/>
                    <a:pt x="12582" y="1705"/>
                    <a:pt x="12481" y="1679"/>
                  </a:cubicBezTo>
                  <a:cubicBezTo>
                    <a:pt x="12181" y="1604"/>
                    <a:pt x="11905" y="1579"/>
                    <a:pt x="11604" y="1579"/>
                  </a:cubicBezTo>
                  <a:close/>
                  <a:moveTo>
                    <a:pt x="10767" y="1650"/>
                  </a:moveTo>
                  <a:cubicBezTo>
                    <a:pt x="10753" y="1650"/>
                    <a:pt x="10740" y="1651"/>
                    <a:pt x="10727" y="1654"/>
                  </a:cubicBezTo>
                  <a:cubicBezTo>
                    <a:pt x="10526" y="1705"/>
                    <a:pt x="10351" y="1755"/>
                    <a:pt x="10176" y="1830"/>
                  </a:cubicBezTo>
                  <a:cubicBezTo>
                    <a:pt x="10075" y="1855"/>
                    <a:pt x="9975" y="1905"/>
                    <a:pt x="9900" y="1930"/>
                  </a:cubicBezTo>
                  <a:cubicBezTo>
                    <a:pt x="9775" y="1980"/>
                    <a:pt x="9724" y="2106"/>
                    <a:pt x="9775" y="2206"/>
                  </a:cubicBezTo>
                  <a:cubicBezTo>
                    <a:pt x="9825" y="2281"/>
                    <a:pt x="9900" y="2331"/>
                    <a:pt x="9975" y="2331"/>
                  </a:cubicBezTo>
                  <a:lnTo>
                    <a:pt x="10050" y="2331"/>
                  </a:lnTo>
                  <a:cubicBezTo>
                    <a:pt x="10150" y="2281"/>
                    <a:pt x="10226" y="2256"/>
                    <a:pt x="10301" y="2231"/>
                  </a:cubicBezTo>
                  <a:cubicBezTo>
                    <a:pt x="10476" y="2156"/>
                    <a:pt x="10652" y="2106"/>
                    <a:pt x="10802" y="2080"/>
                  </a:cubicBezTo>
                  <a:cubicBezTo>
                    <a:pt x="10927" y="2055"/>
                    <a:pt x="11003" y="1930"/>
                    <a:pt x="10978" y="1830"/>
                  </a:cubicBezTo>
                  <a:cubicBezTo>
                    <a:pt x="10956" y="1721"/>
                    <a:pt x="10858" y="1650"/>
                    <a:pt x="10767" y="1650"/>
                  </a:cubicBezTo>
                  <a:close/>
                  <a:moveTo>
                    <a:pt x="21821" y="1459"/>
                  </a:moveTo>
                  <a:cubicBezTo>
                    <a:pt x="21759" y="1459"/>
                    <a:pt x="21698" y="1485"/>
                    <a:pt x="21654" y="1529"/>
                  </a:cubicBezTo>
                  <a:cubicBezTo>
                    <a:pt x="21579" y="1629"/>
                    <a:pt x="21604" y="1755"/>
                    <a:pt x="21679" y="1830"/>
                  </a:cubicBezTo>
                  <a:cubicBezTo>
                    <a:pt x="21880" y="2005"/>
                    <a:pt x="22080" y="2181"/>
                    <a:pt x="22281" y="2381"/>
                  </a:cubicBezTo>
                  <a:cubicBezTo>
                    <a:pt x="22331" y="2431"/>
                    <a:pt x="22381" y="2456"/>
                    <a:pt x="22431" y="2456"/>
                  </a:cubicBezTo>
                  <a:cubicBezTo>
                    <a:pt x="22481" y="2456"/>
                    <a:pt x="22531" y="2431"/>
                    <a:pt x="22582" y="2381"/>
                  </a:cubicBezTo>
                  <a:cubicBezTo>
                    <a:pt x="22657" y="2306"/>
                    <a:pt x="22657" y="2181"/>
                    <a:pt x="22582" y="2106"/>
                  </a:cubicBezTo>
                  <a:cubicBezTo>
                    <a:pt x="22381" y="1880"/>
                    <a:pt x="22181" y="1679"/>
                    <a:pt x="21955" y="1504"/>
                  </a:cubicBezTo>
                  <a:cubicBezTo>
                    <a:pt x="21913" y="1473"/>
                    <a:pt x="21867" y="1459"/>
                    <a:pt x="21821" y="1459"/>
                  </a:cubicBezTo>
                  <a:close/>
                  <a:moveTo>
                    <a:pt x="15284" y="1629"/>
                  </a:moveTo>
                  <a:cubicBezTo>
                    <a:pt x="15213" y="1629"/>
                    <a:pt x="15146" y="1663"/>
                    <a:pt x="15113" y="1730"/>
                  </a:cubicBezTo>
                  <a:cubicBezTo>
                    <a:pt x="14963" y="1955"/>
                    <a:pt x="14837" y="2206"/>
                    <a:pt x="14712" y="2481"/>
                  </a:cubicBezTo>
                  <a:cubicBezTo>
                    <a:pt x="14662" y="2582"/>
                    <a:pt x="14712" y="2707"/>
                    <a:pt x="14812" y="2757"/>
                  </a:cubicBezTo>
                  <a:cubicBezTo>
                    <a:pt x="14837" y="2782"/>
                    <a:pt x="14862" y="2782"/>
                    <a:pt x="14887" y="2782"/>
                  </a:cubicBezTo>
                  <a:cubicBezTo>
                    <a:pt x="14988" y="2782"/>
                    <a:pt x="15063" y="2732"/>
                    <a:pt x="15088" y="2657"/>
                  </a:cubicBezTo>
                  <a:cubicBezTo>
                    <a:pt x="15213" y="2406"/>
                    <a:pt x="15338" y="2156"/>
                    <a:pt x="15464" y="1930"/>
                  </a:cubicBezTo>
                  <a:cubicBezTo>
                    <a:pt x="15514" y="1855"/>
                    <a:pt x="15489" y="1705"/>
                    <a:pt x="15389" y="1654"/>
                  </a:cubicBezTo>
                  <a:cubicBezTo>
                    <a:pt x="15355" y="1638"/>
                    <a:pt x="15319" y="1629"/>
                    <a:pt x="15284" y="1629"/>
                  </a:cubicBezTo>
                  <a:close/>
                  <a:moveTo>
                    <a:pt x="13224" y="1936"/>
                  </a:moveTo>
                  <a:cubicBezTo>
                    <a:pt x="13146" y="1936"/>
                    <a:pt x="13069" y="1982"/>
                    <a:pt x="13033" y="2055"/>
                  </a:cubicBezTo>
                  <a:cubicBezTo>
                    <a:pt x="12983" y="2156"/>
                    <a:pt x="13008" y="2281"/>
                    <a:pt x="13108" y="2331"/>
                  </a:cubicBezTo>
                  <a:cubicBezTo>
                    <a:pt x="13359" y="2456"/>
                    <a:pt x="13584" y="2582"/>
                    <a:pt x="13785" y="2757"/>
                  </a:cubicBezTo>
                  <a:cubicBezTo>
                    <a:pt x="13835" y="2782"/>
                    <a:pt x="13860" y="2807"/>
                    <a:pt x="13910" y="2807"/>
                  </a:cubicBezTo>
                  <a:cubicBezTo>
                    <a:pt x="13985" y="2807"/>
                    <a:pt x="14035" y="2782"/>
                    <a:pt x="14085" y="2707"/>
                  </a:cubicBezTo>
                  <a:cubicBezTo>
                    <a:pt x="14161" y="2632"/>
                    <a:pt x="14135" y="2507"/>
                    <a:pt x="14035" y="2431"/>
                  </a:cubicBezTo>
                  <a:cubicBezTo>
                    <a:pt x="13810" y="2256"/>
                    <a:pt x="13559" y="2080"/>
                    <a:pt x="13308" y="1955"/>
                  </a:cubicBezTo>
                  <a:cubicBezTo>
                    <a:pt x="13282" y="1942"/>
                    <a:pt x="13253" y="1936"/>
                    <a:pt x="13224" y="1936"/>
                  </a:cubicBezTo>
                  <a:close/>
                  <a:moveTo>
                    <a:pt x="9249" y="2338"/>
                  </a:moveTo>
                  <a:cubicBezTo>
                    <a:pt x="9206" y="2338"/>
                    <a:pt x="9162" y="2352"/>
                    <a:pt x="9123" y="2381"/>
                  </a:cubicBezTo>
                  <a:cubicBezTo>
                    <a:pt x="8897" y="2557"/>
                    <a:pt x="8672" y="2732"/>
                    <a:pt x="8471" y="2958"/>
                  </a:cubicBezTo>
                  <a:cubicBezTo>
                    <a:pt x="8396" y="3058"/>
                    <a:pt x="8421" y="3183"/>
                    <a:pt x="8496" y="3258"/>
                  </a:cubicBezTo>
                  <a:cubicBezTo>
                    <a:pt x="8546" y="3283"/>
                    <a:pt x="8597" y="3309"/>
                    <a:pt x="8647" y="3309"/>
                  </a:cubicBezTo>
                  <a:cubicBezTo>
                    <a:pt x="8697" y="3309"/>
                    <a:pt x="8747" y="3283"/>
                    <a:pt x="8797" y="3233"/>
                  </a:cubicBezTo>
                  <a:cubicBezTo>
                    <a:pt x="8973" y="3033"/>
                    <a:pt x="9173" y="2857"/>
                    <a:pt x="9374" y="2707"/>
                  </a:cubicBezTo>
                  <a:cubicBezTo>
                    <a:pt x="9474" y="2632"/>
                    <a:pt x="9499" y="2507"/>
                    <a:pt x="9424" y="2431"/>
                  </a:cubicBezTo>
                  <a:cubicBezTo>
                    <a:pt x="9378" y="2371"/>
                    <a:pt x="9314" y="2338"/>
                    <a:pt x="9249" y="2338"/>
                  </a:cubicBezTo>
                  <a:close/>
                  <a:moveTo>
                    <a:pt x="22978" y="2662"/>
                  </a:moveTo>
                  <a:cubicBezTo>
                    <a:pt x="22933" y="2662"/>
                    <a:pt x="22889" y="2676"/>
                    <a:pt x="22857" y="2707"/>
                  </a:cubicBezTo>
                  <a:cubicBezTo>
                    <a:pt x="22757" y="2782"/>
                    <a:pt x="22757" y="2908"/>
                    <a:pt x="22807" y="3008"/>
                  </a:cubicBezTo>
                  <a:cubicBezTo>
                    <a:pt x="23108" y="3384"/>
                    <a:pt x="23283" y="3659"/>
                    <a:pt x="23283" y="3659"/>
                  </a:cubicBezTo>
                  <a:cubicBezTo>
                    <a:pt x="23308" y="3735"/>
                    <a:pt x="23384" y="3760"/>
                    <a:pt x="23459" y="3760"/>
                  </a:cubicBezTo>
                  <a:cubicBezTo>
                    <a:pt x="23509" y="3760"/>
                    <a:pt x="23534" y="3760"/>
                    <a:pt x="23559" y="3735"/>
                  </a:cubicBezTo>
                  <a:cubicBezTo>
                    <a:pt x="23659" y="3684"/>
                    <a:pt x="23709" y="3559"/>
                    <a:pt x="23634" y="3459"/>
                  </a:cubicBezTo>
                  <a:cubicBezTo>
                    <a:pt x="23634" y="3434"/>
                    <a:pt x="23459" y="3158"/>
                    <a:pt x="23133" y="2732"/>
                  </a:cubicBezTo>
                  <a:cubicBezTo>
                    <a:pt x="23104" y="2688"/>
                    <a:pt x="23041" y="2662"/>
                    <a:pt x="22978" y="2662"/>
                  </a:cubicBezTo>
                  <a:close/>
                  <a:moveTo>
                    <a:pt x="4687" y="3334"/>
                  </a:moveTo>
                  <a:cubicBezTo>
                    <a:pt x="4587" y="3334"/>
                    <a:pt x="4486" y="3434"/>
                    <a:pt x="4486" y="3534"/>
                  </a:cubicBezTo>
                  <a:cubicBezTo>
                    <a:pt x="4486" y="3659"/>
                    <a:pt x="4587" y="3760"/>
                    <a:pt x="4687" y="3760"/>
                  </a:cubicBezTo>
                  <a:cubicBezTo>
                    <a:pt x="4962" y="3760"/>
                    <a:pt x="5213" y="3785"/>
                    <a:pt x="5489" y="3835"/>
                  </a:cubicBezTo>
                  <a:lnTo>
                    <a:pt x="5514" y="3835"/>
                  </a:lnTo>
                  <a:cubicBezTo>
                    <a:pt x="5614" y="3835"/>
                    <a:pt x="5714" y="3785"/>
                    <a:pt x="5739" y="3684"/>
                  </a:cubicBezTo>
                  <a:cubicBezTo>
                    <a:pt x="5739" y="3559"/>
                    <a:pt x="5689" y="3459"/>
                    <a:pt x="5564" y="3434"/>
                  </a:cubicBezTo>
                  <a:cubicBezTo>
                    <a:pt x="5288" y="3384"/>
                    <a:pt x="4988" y="3334"/>
                    <a:pt x="4687" y="3334"/>
                  </a:cubicBezTo>
                  <a:close/>
                  <a:moveTo>
                    <a:pt x="3835" y="3384"/>
                  </a:moveTo>
                  <a:cubicBezTo>
                    <a:pt x="3559" y="3434"/>
                    <a:pt x="3258" y="3509"/>
                    <a:pt x="2983" y="3609"/>
                  </a:cubicBezTo>
                  <a:cubicBezTo>
                    <a:pt x="2882" y="3634"/>
                    <a:pt x="2807" y="3760"/>
                    <a:pt x="2857" y="3860"/>
                  </a:cubicBezTo>
                  <a:cubicBezTo>
                    <a:pt x="2882" y="3960"/>
                    <a:pt x="2957" y="4010"/>
                    <a:pt x="3058" y="4010"/>
                  </a:cubicBezTo>
                  <a:cubicBezTo>
                    <a:pt x="3083" y="4010"/>
                    <a:pt x="3108" y="4010"/>
                    <a:pt x="3108" y="3985"/>
                  </a:cubicBezTo>
                  <a:cubicBezTo>
                    <a:pt x="3384" y="3910"/>
                    <a:pt x="3634" y="3835"/>
                    <a:pt x="3885" y="3810"/>
                  </a:cubicBezTo>
                  <a:cubicBezTo>
                    <a:pt x="4010" y="3785"/>
                    <a:pt x="4085" y="3684"/>
                    <a:pt x="4060" y="3559"/>
                  </a:cubicBezTo>
                  <a:cubicBezTo>
                    <a:pt x="4060" y="3459"/>
                    <a:pt x="3935" y="3384"/>
                    <a:pt x="3835" y="3384"/>
                  </a:cubicBezTo>
                  <a:close/>
                  <a:moveTo>
                    <a:pt x="14524" y="2954"/>
                  </a:moveTo>
                  <a:cubicBezTo>
                    <a:pt x="14472" y="2954"/>
                    <a:pt x="14421" y="2973"/>
                    <a:pt x="14386" y="3008"/>
                  </a:cubicBezTo>
                  <a:cubicBezTo>
                    <a:pt x="14311" y="3083"/>
                    <a:pt x="14286" y="3208"/>
                    <a:pt x="14361" y="3309"/>
                  </a:cubicBezTo>
                  <a:cubicBezTo>
                    <a:pt x="14386" y="3309"/>
                    <a:pt x="14386" y="3309"/>
                    <a:pt x="14386" y="3334"/>
                  </a:cubicBezTo>
                  <a:cubicBezTo>
                    <a:pt x="14311" y="3584"/>
                    <a:pt x="14236" y="3835"/>
                    <a:pt x="14186" y="4111"/>
                  </a:cubicBezTo>
                  <a:cubicBezTo>
                    <a:pt x="14161" y="4236"/>
                    <a:pt x="14211" y="4336"/>
                    <a:pt x="14336" y="4361"/>
                  </a:cubicBezTo>
                  <a:lnTo>
                    <a:pt x="14386" y="4361"/>
                  </a:lnTo>
                  <a:cubicBezTo>
                    <a:pt x="14486" y="4361"/>
                    <a:pt x="14562" y="4311"/>
                    <a:pt x="14587" y="4211"/>
                  </a:cubicBezTo>
                  <a:cubicBezTo>
                    <a:pt x="14612" y="4035"/>
                    <a:pt x="14662" y="3885"/>
                    <a:pt x="14712" y="3735"/>
                  </a:cubicBezTo>
                  <a:cubicBezTo>
                    <a:pt x="14762" y="3810"/>
                    <a:pt x="14787" y="3860"/>
                    <a:pt x="14837" y="3935"/>
                  </a:cubicBezTo>
                  <a:cubicBezTo>
                    <a:pt x="14887" y="4002"/>
                    <a:pt x="14960" y="4035"/>
                    <a:pt x="15032" y="4035"/>
                  </a:cubicBezTo>
                  <a:cubicBezTo>
                    <a:pt x="15068" y="4035"/>
                    <a:pt x="15105" y="4027"/>
                    <a:pt x="15138" y="4010"/>
                  </a:cubicBezTo>
                  <a:cubicBezTo>
                    <a:pt x="15213" y="3960"/>
                    <a:pt x="15263" y="3835"/>
                    <a:pt x="15188" y="3735"/>
                  </a:cubicBezTo>
                  <a:cubicBezTo>
                    <a:pt x="15038" y="3484"/>
                    <a:pt x="14862" y="3233"/>
                    <a:pt x="14687" y="3033"/>
                  </a:cubicBezTo>
                  <a:cubicBezTo>
                    <a:pt x="14647" y="2979"/>
                    <a:pt x="14585" y="2954"/>
                    <a:pt x="14524" y="2954"/>
                  </a:cubicBezTo>
                  <a:close/>
                  <a:moveTo>
                    <a:pt x="6310" y="3665"/>
                  </a:moveTo>
                  <a:cubicBezTo>
                    <a:pt x="6231" y="3665"/>
                    <a:pt x="6153" y="3717"/>
                    <a:pt x="6115" y="3810"/>
                  </a:cubicBezTo>
                  <a:cubicBezTo>
                    <a:pt x="6090" y="3910"/>
                    <a:pt x="6140" y="4035"/>
                    <a:pt x="6241" y="4086"/>
                  </a:cubicBezTo>
                  <a:cubicBezTo>
                    <a:pt x="6491" y="4186"/>
                    <a:pt x="6717" y="4286"/>
                    <a:pt x="6942" y="4436"/>
                  </a:cubicBezTo>
                  <a:cubicBezTo>
                    <a:pt x="6993" y="4461"/>
                    <a:pt x="7018" y="4461"/>
                    <a:pt x="7068" y="4461"/>
                  </a:cubicBezTo>
                  <a:cubicBezTo>
                    <a:pt x="7118" y="4461"/>
                    <a:pt x="7193" y="4436"/>
                    <a:pt x="7243" y="4386"/>
                  </a:cubicBezTo>
                  <a:cubicBezTo>
                    <a:pt x="7293" y="4286"/>
                    <a:pt x="7268" y="4161"/>
                    <a:pt x="7168" y="4086"/>
                  </a:cubicBezTo>
                  <a:cubicBezTo>
                    <a:pt x="6917" y="3935"/>
                    <a:pt x="6667" y="3810"/>
                    <a:pt x="6391" y="3684"/>
                  </a:cubicBezTo>
                  <a:cubicBezTo>
                    <a:pt x="6365" y="3672"/>
                    <a:pt x="6338" y="3665"/>
                    <a:pt x="6310" y="3665"/>
                  </a:cubicBezTo>
                  <a:close/>
                  <a:moveTo>
                    <a:pt x="2265" y="3915"/>
                  </a:moveTo>
                  <a:cubicBezTo>
                    <a:pt x="2236" y="3915"/>
                    <a:pt x="2207" y="3922"/>
                    <a:pt x="2180" y="3935"/>
                  </a:cubicBezTo>
                  <a:cubicBezTo>
                    <a:pt x="1905" y="4060"/>
                    <a:pt x="1654" y="4211"/>
                    <a:pt x="1454" y="4386"/>
                  </a:cubicBezTo>
                  <a:cubicBezTo>
                    <a:pt x="1353" y="4461"/>
                    <a:pt x="1328" y="4587"/>
                    <a:pt x="1404" y="4687"/>
                  </a:cubicBezTo>
                  <a:cubicBezTo>
                    <a:pt x="1429" y="4737"/>
                    <a:pt x="1504" y="4762"/>
                    <a:pt x="1579" y="4762"/>
                  </a:cubicBezTo>
                  <a:cubicBezTo>
                    <a:pt x="1604" y="4762"/>
                    <a:pt x="1654" y="4737"/>
                    <a:pt x="1704" y="4712"/>
                  </a:cubicBezTo>
                  <a:cubicBezTo>
                    <a:pt x="1905" y="4562"/>
                    <a:pt x="2130" y="4436"/>
                    <a:pt x="2381" y="4311"/>
                  </a:cubicBezTo>
                  <a:cubicBezTo>
                    <a:pt x="2481" y="4261"/>
                    <a:pt x="2531" y="4136"/>
                    <a:pt x="2456" y="4035"/>
                  </a:cubicBezTo>
                  <a:cubicBezTo>
                    <a:pt x="2419" y="3962"/>
                    <a:pt x="2343" y="3915"/>
                    <a:pt x="2265" y="3915"/>
                  </a:cubicBezTo>
                  <a:close/>
                  <a:moveTo>
                    <a:pt x="15382" y="4370"/>
                  </a:moveTo>
                  <a:cubicBezTo>
                    <a:pt x="15359" y="4370"/>
                    <a:pt x="15335" y="4375"/>
                    <a:pt x="15313" y="4386"/>
                  </a:cubicBezTo>
                  <a:cubicBezTo>
                    <a:pt x="15213" y="4436"/>
                    <a:pt x="15138" y="4537"/>
                    <a:pt x="15188" y="4662"/>
                  </a:cubicBezTo>
                  <a:cubicBezTo>
                    <a:pt x="15288" y="4913"/>
                    <a:pt x="15338" y="5163"/>
                    <a:pt x="15389" y="5414"/>
                  </a:cubicBezTo>
                  <a:cubicBezTo>
                    <a:pt x="15389" y="5514"/>
                    <a:pt x="15489" y="5589"/>
                    <a:pt x="15589" y="5589"/>
                  </a:cubicBezTo>
                  <a:lnTo>
                    <a:pt x="15614" y="5589"/>
                  </a:lnTo>
                  <a:cubicBezTo>
                    <a:pt x="15739" y="5589"/>
                    <a:pt x="15815" y="5489"/>
                    <a:pt x="15790" y="5364"/>
                  </a:cubicBezTo>
                  <a:cubicBezTo>
                    <a:pt x="15765" y="5088"/>
                    <a:pt x="15689" y="4787"/>
                    <a:pt x="15589" y="4512"/>
                  </a:cubicBezTo>
                  <a:cubicBezTo>
                    <a:pt x="15550" y="4433"/>
                    <a:pt x="15465" y="4370"/>
                    <a:pt x="15382" y="4370"/>
                  </a:cubicBezTo>
                  <a:close/>
                  <a:moveTo>
                    <a:pt x="8141" y="3573"/>
                  </a:moveTo>
                  <a:cubicBezTo>
                    <a:pt x="8070" y="3573"/>
                    <a:pt x="8003" y="3618"/>
                    <a:pt x="7970" y="3684"/>
                  </a:cubicBezTo>
                  <a:cubicBezTo>
                    <a:pt x="7820" y="3910"/>
                    <a:pt x="7694" y="4186"/>
                    <a:pt x="7594" y="4461"/>
                  </a:cubicBezTo>
                  <a:cubicBezTo>
                    <a:pt x="7569" y="4512"/>
                    <a:pt x="7569" y="4562"/>
                    <a:pt x="7594" y="4612"/>
                  </a:cubicBezTo>
                  <a:cubicBezTo>
                    <a:pt x="7594" y="4612"/>
                    <a:pt x="7569" y="4637"/>
                    <a:pt x="7569" y="4637"/>
                  </a:cubicBezTo>
                  <a:cubicBezTo>
                    <a:pt x="7494" y="4712"/>
                    <a:pt x="7494" y="4862"/>
                    <a:pt x="7569" y="4938"/>
                  </a:cubicBezTo>
                  <a:cubicBezTo>
                    <a:pt x="7769" y="5113"/>
                    <a:pt x="7945" y="5314"/>
                    <a:pt x="8095" y="5514"/>
                  </a:cubicBezTo>
                  <a:cubicBezTo>
                    <a:pt x="8145" y="5589"/>
                    <a:pt x="8221" y="5614"/>
                    <a:pt x="8271" y="5614"/>
                  </a:cubicBezTo>
                  <a:cubicBezTo>
                    <a:pt x="8321" y="5614"/>
                    <a:pt x="8371" y="5589"/>
                    <a:pt x="8396" y="5564"/>
                  </a:cubicBezTo>
                  <a:cubicBezTo>
                    <a:pt x="8496" y="5514"/>
                    <a:pt x="8521" y="5364"/>
                    <a:pt x="8446" y="5289"/>
                  </a:cubicBezTo>
                  <a:cubicBezTo>
                    <a:pt x="8296" y="5063"/>
                    <a:pt x="8120" y="4862"/>
                    <a:pt x="7920" y="4687"/>
                  </a:cubicBezTo>
                  <a:cubicBezTo>
                    <a:pt x="7945" y="4662"/>
                    <a:pt x="7970" y="4637"/>
                    <a:pt x="7970" y="4612"/>
                  </a:cubicBezTo>
                  <a:cubicBezTo>
                    <a:pt x="8070" y="4361"/>
                    <a:pt x="8196" y="4111"/>
                    <a:pt x="8321" y="3885"/>
                  </a:cubicBezTo>
                  <a:cubicBezTo>
                    <a:pt x="8396" y="3785"/>
                    <a:pt x="8346" y="3659"/>
                    <a:pt x="8246" y="3609"/>
                  </a:cubicBezTo>
                  <a:cubicBezTo>
                    <a:pt x="8212" y="3584"/>
                    <a:pt x="8176" y="3573"/>
                    <a:pt x="8141" y="3573"/>
                  </a:cubicBezTo>
                  <a:close/>
                  <a:moveTo>
                    <a:pt x="951" y="4909"/>
                  </a:moveTo>
                  <a:cubicBezTo>
                    <a:pt x="897" y="4909"/>
                    <a:pt x="842" y="4934"/>
                    <a:pt x="802" y="4988"/>
                  </a:cubicBezTo>
                  <a:cubicBezTo>
                    <a:pt x="602" y="5213"/>
                    <a:pt x="426" y="5464"/>
                    <a:pt x="301" y="5715"/>
                  </a:cubicBezTo>
                  <a:cubicBezTo>
                    <a:pt x="251" y="5815"/>
                    <a:pt x="301" y="5940"/>
                    <a:pt x="401" y="5990"/>
                  </a:cubicBezTo>
                  <a:cubicBezTo>
                    <a:pt x="426" y="6015"/>
                    <a:pt x="476" y="6015"/>
                    <a:pt x="501" y="6015"/>
                  </a:cubicBezTo>
                  <a:cubicBezTo>
                    <a:pt x="576" y="6015"/>
                    <a:pt x="652" y="5965"/>
                    <a:pt x="677" y="5890"/>
                  </a:cubicBezTo>
                  <a:cubicBezTo>
                    <a:pt x="802" y="5664"/>
                    <a:pt x="927" y="5464"/>
                    <a:pt x="1103" y="5263"/>
                  </a:cubicBezTo>
                  <a:cubicBezTo>
                    <a:pt x="1178" y="5163"/>
                    <a:pt x="1178" y="5038"/>
                    <a:pt x="1078" y="4963"/>
                  </a:cubicBezTo>
                  <a:cubicBezTo>
                    <a:pt x="1043" y="4928"/>
                    <a:pt x="997" y="4909"/>
                    <a:pt x="951" y="4909"/>
                  </a:cubicBezTo>
                  <a:close/>
                  <a:moveTo>
                    <a:pt x="14221" y="4782"/>
                  </a:moveTo>
                  <a:cubicBezTo>
                    <a:pt x="14130" y="4782"/>
                    <a:pt x="14035" y="4854"/>
                    <a:pt x="14035" y="4963"/>
                  </a:cubicBezTo>
                  <a:cubicBezTo>
                    <a:pt x="13985" y="5263"/>
                    <a:pt x="13960" y="5539"/>
                    <a:pt x="13960" y="5815"/>
                  </a:cubicBezTo>
                  <a:cubicBezTo>
                    <a:pt x="13960" y="5940"/>
                    <a:pt x="14060" y="6015"/>
                    <a:pt x="14161" y="6015"/>
                  </a:cubicBezTo>
                  <a:lnTo>
                    <a:pt x="14186" y="6015"/>
                  </a:lnTo>
                  <a:cubicBezTo>
                    <a:pt x="14286" y="6015"/>
                    <a:pt x="14386" y="5940"/>
                    <a:pt x="14386" y="5815"/>
                  </a:cubicBezTo>
                  <a:cubicBezTo>
                    <a:pt x="14386" y="5564"/>
                    <a:pt x="14411" y="5289"/>
                    <a:pt x="14436" y="5013"/>
                  </a:cubicBezTo>
                  <a:cubicBezTo>
                    <a:pt x="14461" y="4888"/>
                    <a:pt x="14386" y="4787"/>
                    <a:pt x="14261" y="4787"/>
                  </a:cubicBezTo>
                  <a:cubicBezTo>
                    <a:pt x="14248" y="4784"/>
                    <a:pt x="14234" y="4782"/>
                    <a:pt x="14221" y="4782"/>
                  </a:cubicBezTo>
                  <a:close/>
                  <a:moveTo>
                    <a:pt x="7534" y="5132"/>
                  </a:moveTo>
                  <a:cubicBezTo>
                    <a:pt x="7437" y="5132"/>
                    <a:pt x="7364" y="5184"/>
                    <a:pt x="7343" y="5289"/>
                  </a:cubicBezTo>
                  <a:cubicBezTo>
                    <a:pt x="7268" y="5564"/>
                    <a:pt x="7243" y="5865"/>
                    <a:pt x="7218" y="6141"/>
                  </a:cubicBezTo>
                  <a:cubicBezTo>
                    <a:pt x="7193" y="6266"/>
                    <a:pt x="7293" y="6366"/>
                    <a:pt x="7394" y="6366"/>
                  </a:cubicBezTo>
                  <a:lnTo>
                    <a:pt x="7419" y="6366"/>
                  </a:lnTo>
                  <a:cubicBezTo>
                    <a:pt x="7519" y="6366"/>
                    <a:pt x="7619" y="6291"/>
                    <a:pt x="7619" y="6166"/>
                  </a:cubicBezTo>
                  <a:cubicBezTo>
                    <a:pt x="7644" y="5915"/>
                    <a:pt x="7694" y="5639"/>
                    <a:pt x="7744" y="5364"/>
                  </a:cubicBezTo>
                  <a:cubicBezTo>
                    <a:pt x="7769" y="5263"/>
                    <a:pt x="7694" y="5163"/>
                    <a:pt x="7594" y="5138"/>
                  </a:cubicBezTo>
                  <a:cubicBezTo>
                    <a:pt x="7573" y="5134"/>
                    <a:pt x="7553" y="5132"/>
                    <a:pt x="7534" y="5132"/>
                  </a:cubicBezTo>
                  <a:close/>
                  <a:moveTo>
                    <a:pt x="8681" y="5920"/>
                  </a:moveTo>
                  <a:cubicBezTo>
                    <a:pt x="8652" y="5920"/>
                    <a:pt x="8623" y="5927"/>
                    <a:pt x="8597" y="5940"/>
                  </a:cubicBezTo>
                  <a:cubicBezTo>
                    <a:pt x="8496" y="5990"/>
                    <a:pt x="8446" y="6091"/>
                    <a:pt x="8496" y="6216"/>
                  </a:cubicBezTo>
                  <a:cubicBezTo>
                    <a:pt x="8597" y="6466"/>
                    <a:pt x="8647" y="6717"/>
                    <a:pt x="8672" y="6943"/>
                  </a:cubicBezTo>
                  <a:cubicBezTo>
                    <a:pt x="8672" y="7068"/>
                    <a:pt x="8772" y="7143"/>
                    <a:pt x="8872" y="7143"/>
                  </a:cubicBezTo>
                  <a:cubicBezTo>
                    <a:pt x="8998" y="7143"/>
                    <a:pt x="9098" y="7043"/>
                    <a:pt x="9073" y="6918"/>
                  </a:cubicBezTo>
                  <a:cubicBezTo>
                    <a:pt x="9073" y="6642"/>
                    <a:pt x="8998" y="6341"/>
                    <a:pt x="8872" y="6040"/>
                  </a:cubicBezTo>
                  <a:cubicBezTo>
                    <a:pt x="8836" y="5967"/>
                    <a:pt x="8759" y="5920"/>
                    <a:pt x="8681" y="5920"/>
                  </a:cubicBezTo>
                  <a:close/>
                  <a:moveTo>
                    <a:pt x="15574" y="6011"/>
                  </a:moveTo>
                  <a:cubicBezTo>
                    <a:pt x="15484" y="6011"/>
                    <a:pt x="15389" y="6082"/>
                    <a:pt x="15389" y="6191"/>
                  </a:cubicBezTo>
                  <a:cubicBezTo>
                    <a:pt x="15338" y="6441"/>
                    <a:pt x="15238" y="6667"/>
                    <a:pt x="15088" y="6867"/>
                  </a:cubicBezTo>
                  <a:cubicBezTo>
                    <a:pt x="15038" y="6968"/>
                    <a:pt x="15063" y="7093"/>
                    <a:pt x="15138" y="7168"/>
                  </a:cubicBezTo>
                  <a:cubicBezTo>
                    <a:pt x="15188" y="7193"/>
                    <a:pt x="15213" y="7193"/>
                    <a:pt x="15263" y="7193"/>
                  </a:cubicBezTo>
                  <a:cubicBezTo>
                    <a:pt x="15338" y="7193"/>
                    <a:pt x="15389" y="7168"/>
                    <a:pt x="15439" y="7118"/>
                  </a:cubicBezTo>
                  <a:cubicBezTo>
                    <a:pt x="15614" y="6867"/>
                    <a:pt x="15739" y="6592"/>
                    <a:pt x="15790" y="6266"/>
                  </a:cubicBezTo>
                  <a:cubicBezTo>
                    <a:pt x="15815" y="6141"/>
                    <a:pt x="15739" y="6040"/>
                    <a:pt x="15614" y="6015"/>
                  </a:cubicBezTo>
                  <a:cubicBezTo>
                    <a:pt x="15601" y="6012"/>
                    <a:pt x="15588" y="6011"/>
                    <a:pt x="15574" y="6011"/>
                  </a:cubicBezTo>
                  <a:close/>
                  <a:moveTo>
                    <a:pt x="14233" y="6437"/>
                  </a:moveTo>
                  <a:cubicBezTo>
                    <a:pt x="14218" y="6437"/>
                    <a:pt x="14202" y="6438"/>
                    <a:pt x="14186" y="6441"/>
                  </a:cubicBezTo>
                  <a:cubicBezTo>
                    <a:pt x="14085" y="6466"/>
                    <a:pt x="14010" y="6567"/>
                    <a:pt x="14010" y="6692"/>
                  </a:cubicBezTo>
                  <a:cubicBezTo>
                    <a:pt x="14110" y="7168"/>
                    <a:pt x="14261" y="7444"/>
                    <a:pt x="14511" y="7569"/>
                  </a:cubicBezTo>
                  <a:lnTo>
                    <a:pt x="14587" y="7569"/>
                  </a:lnTo>
                  <a:cubicBezTo>
                    <a:pt x="14662" y="7569"/>
                    <a:pt x="14737" y="7544"/>
                    <a:pt x="14787" y="7469"/>
                  </a:cubicBezTo>
                  <a:cubicBezTo>
                    <a:pt x="14837" y="7344"/>
                    <a:pt x="14787" y="7218"/>
                    <a:pt x="14687" y="7193"/>
                  </a:cubicBezTo>
                  <a:cubicBezTo>
                    <a:pt x="14612" y="7143"/>
                    <a:pt x="14486" y="6968"/>
                    <a:pt x="14436" y="6617"/>
                  </a:cubicBezTo>
                  <a:cubicBezTo>
                    <a:pt x="14414" y="6508"/>
                    <a:pt x="14336" y="6437"/>
                    <a:pt x="14233" y="6437"/>
                  </a:cubicBezTo>
                  <a:close/>
                  <a:moveTo>
                    <a:pt x="276" y="6391"/>
                  </a:moveTo>
                  <a:cubicBezTo>
                    <a:pt x="175" y="6391"/>
                    <a:pt x="50" y="6466"/>
                    <a:pt x="50" y="6567"/>
                  </a:cubicBezTo>
                  <a:cubicBezTo>
                    <a:pt x="0" y="6767"/>
                    <a:pt x="0" y="6968"/>
                    <a:pt x="0" y="7193"/>
                  </a:cubicBezTo>
                  <a:cubicBezTo>
                    <a:pt x="0" y="7268"/>
                    <a:pt x="0" y="7369"/>
                    <a:pt x="0" y="7444"/>
                  </a:cubicBezTo>
                  <a:cubicBezTo>
                    <a:pt x="0" y="7569"/>
                    <a:pt x="100" y="7644"/>
                    <a:pt x="201" y="7644"/>
                  </a:cubicBezTo>
                  <a:lnTo>
                    <a:pt x="226" y="7644"/>
                  </a:lnTo>
                  <a:cubicBezTo>
                    <a:pt x="326" y="7644"/>
                    <a:pt x="426" y="7544"/>
                    <a:pt x="426" y="7419"/>
                  </a:cubicBezTo>
                  <a:cubicBezTo>
                    <a:pt x="401" y="7344"/>
                    <a:pt x="401" y="7268"/>
                    <a:pt x="401" y="7193"/>
                  </a:cubicBezTo>
                  <a:cubicBezTo>
                    <a:pt x="401" y="6993"/>
                    <a:pt x="426" y="6817"/>
                    <a:pt x="451" y="6642"/>
                  </a:cubicBezTo>
                  <a:cubicBezTo>
                    <a:pt x="476" y="6517"/>
                    <a:pt x="401" y="6416"/>
                    <a:pt x="276" y="6391"/>
                  </a:cubicBezTo>
                  <a:close/>
                  <a:moveTo>
                    <a:pt x="7432" y="6788"/>
                  </a:moveTo>
                  <a:cubicBezTo>
                    <a:pt x="7420" y="6788"/>
                    <a:pt x="7407" y="6790"/>
                    <a:pt x="7394" y="6792"/>
                  </a:cubicBezTo>
                  <a:cubicBezTo>
                    <a:pt x="7293" y="6792"/>
                    <a:pt x="7193" y="6893"/>
                    <a:pt x="7218" y="7018"/>
                  </a:cubicBezTo>
                  <a:cubicBezTo>
                    <a:pt x="7243" y="7344"/>
                    <a:pt x="7293" y="7644"/>
                    <a:pt x="7394" y="7870"/>
                  </a:cubicBezTo>
                  <a:cubicBezTo>
                    <a:pt x="7419" y="7970"/>
                    <a:pt x="7494" y="8020"/>
                    <a:pt x="7594" y="8020"/>
                  </a:cubicBezTo>
                  <a:cubicBezTo>
                    <a:pt x="7619" y="8020"/>
                    <a:pt x="7644" y="8020"/>
                    <a:pt x="7669" y="7995"/>
                  </a:cubicBezTo>
                  <a:cubicBezTo>
                    <a:pt x="7769" y="7970"/>
                    <a:pt x="7820" y="7845"/>
                    <a:pt x="7769" y="7745"/>
                  </a:cubicBezTo>
                  <a:cubicBezTo>
                    <a:pt x="7694" y="7519"/>
                    <a:pt x="7644" y="7268"/>
                    <a:pt x="7619" y="6968"/>
                  </a:cubicBezTo>
                  <a:cubicBezTo>
                    <a:pt x="7619" y="6878"/>
                    <a:pt x="7539" y="6788"/>
                    <a:pt x="7432" y="6788"/>
                  </a:cubicBezTo>
                  <a:close/>
                  <a:moveTo>
                    <a:pt x="8723" y="7545"/>
                  </a:moveTo>
                  <a:cubicBezTo>
                    <a:pt x="8650" y="7545"/>
                    <a:pt x="8581" y="7584"/>
                    <a:pt x="8546" y="7669"/>
                  </a:cubicBezTo>
                  <a:cubicBezTo>
                    <a:pt x="8496" y="7745"/>
                    <a:pt x="8446" y="7820"/>
                    <a:pt x="8396" y="7895"/>
                  </a:cubicBezTo>
                  <a:cubicBezTo>
                    <a:pt x="8246" y="8070"/>
                    <a:pt x="8171" y="8121"/>
                    <a:pt x="8120" y="8121"/>
                  </a:cubicBezTo>
                  <a:cubicBezTo>
                    <a:pt x="7995" y="8146"/>
                    <a:pt x="7920" y="8246"/>
                    <a:pt x="7945" y="8371"/>
                  </a:cubicBezTo>
                  <a:cubicBezTo>
                    <a:pt x="7970" y="8471"/>
                    <a:pt x="8045" y="8522"/>
                    <a:pt x="8145" y="8522"/>
                  </a:cubicBezTo>
                  <a:lnTo>
                    <a:pt x="8196" y="8522"/>
                  </a:lnTo>
                  <a:cubicBezTo>
                    <a:pt x="8371" y="8497"/>
                    <a:pt x="8546" y="8371"/>
                    <a:pt x="8722" y="8146"/>
                  </a:cubicBezTo>
                  <a:cubicBezTo>
                    <a:pt x="8797" y="8045"/>
                    <a:pt x="8872" y="7945"/>
                    <a:pt x="8922" y="7845"/>
                  </a:cubicBezTo>
                  <a:cubicBezTo>
                    <a:pt x="8973" y="7745"/>
                    <a:pt x="8922" y="7619"/>
                    <a:pt x="8822" y="7569"/>
                  </a:cubicBezTo>
                  <a:cubicBezTo>
                    <a:pt x="8790" y="7553"/>
                    <a:pt x="8756" y="7545"/>
                    <a:pt x="8723" y="7545"/>
                  </a:cubicBezTo>
                  <a:close/>
                  <a:moveTo>
                    <a:pt x="352" y="8055"/>
                  </a:moveTo>
                  <a:cubicBezTo>
                    <a:pt x="328" y="8055"/>
                    <a:pt x="303" y="8060"/>
                    <a:pt x="276" y="8070"/>
                  </a:cubicBezTo>
                  <a:cubicBezTo>
                    <a:pt x="175" y="8096"/>
                    <a:pt x="100" y="8196"/>
                    <a:pt x="125" y="8321"/>
                  </a:cubicBezTo>
                  <a:cubicBezTo>
                    <a:pt x="201" y="8572"/>
                    <a:pt x="301" y="8847"/>
                    <a:pt x="401" y="9123"/>
                  </a:cubicBezTo>
                  <a:cubicBezTo>
                    <a:pt x="426" y="9223"/>
                    <a:pt x="501" y="9274"/>
                    <a:pt x="602" y="9274"/>
                  </a:cubicBezTo>
                  <a:cubicBezTo>
                    <a:pt x="627" y="9274"/>
                    <a:pt x="652" y="9248"/>
                    <a:pt x="677" y="9248"/>
                  </a:cubicBezTo>
                  <a:cubicBezTo>
                    <a:pt x="777" y="9198"/>
                    <a:pt x="827" y="9098"/>
                    <a:pt x="777" y="8973"/>
                  </a:cubicBezTo>
                  <a:cubicBezTo>
                    <a:pt x="677" y="8722"/>
                    <a:pt x="602" y="8471"/>
                    <a:pt x="551" y="8221"/>
                  </a:cubicBezTo>
                  <a:cubicBezTo>
                    <a:pt x="512" y="8122"/>
                    <a:pt x="442" y="8055"/>
                    <a:pt x="352" y="8055"/>
                  </a:cubicBezTo>
                  <a:close/>
                  <a:moveTo>
                    <a:pt x="936" y="9605"/>
                  </a:moveTo>
                  <a:cubicBezTo>
                    <a:pt x="908" y="9605"/>
                    <a:pt x="879" y="9611"/>
                    <a:pt x="852" y="9624"/>
                  </a:cubicBezTo>
                  <a:cubicBezTo>
                    <a:pt x="752" y="9675"/>
                    <a:pt x="702" y="9800"/>
                    <a:pt x="752" y="9900"/>
                  </a:cubicBezTo>
                  <a:cubicBezTo>
                    <a:pt x="927" y="10251"/>
                    <a:pt x="1103" y="10502"/>
                    <a:pt x="1203" y="10652"/>
                  </a:cubicBezTo>
                  <a:cubicBezTo>
                    <a:pt x="1253" y="10702"/>
                    <a:pt x="1303" y="10752"/>
                    <a:pt x="1378" y="10752"/>
                  </a:cubicBezTo>
                  <a:cubicBezTo>
                    <a:pt x="1404" y="10752"/>
                    <a:pt x="1454" y="10727"/>
                    <a:pt x="1504" y="10702"/>
                  </a:cubicBezTo>
                  <a:cubicBezTo>
                    <a:pt x="1579" y="10627"/>
                    <a:pt x="1604" y="10502"/>
                    <a:pt x="1554" y="10401"/>
                  </a:cubicBezTo>
                  <a:cubicBezTo>
                    <a:pt x="1479" y="10301"/>
                    <a:pt x="1303" y="10050"/>
                    <a:pt x="1128" y="9725"/>
                  </a:cubicBezTo>
                  <a:cubicBezTo>
                    <a:pt x="1091" y="9651"/>
                    <a:pt x="1014" y="9605"/>
                    <a:pt x="936" y="960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4" name="Google Shape;464;p31"/>
          <p:cNvSpPr/>
          <p:nvPr/>
        </p:nvSpPr>
        <p:spPr>
          <a:xfrm flipH="1">
            <a:off x="6867642" y="842816"/>
            <a:ext cx="142326" cy="128893"/>
          </a:xfrm>
          <a:custGeom>
            <a:avLst/>
            <a:gdLst/>
            <a:ahLst/>
            <a:cxnLst/>
            <a:rect l="l" t="t" r="r" b="b"/>
            <a:pathLst>
              <a:path w="6643" h="6016" extrusionOk="0">
                <a:moveTo>
                  <a:pt x="3434" y="502"/>
                </a:moveTo>
                <a:cubicBezTo>
                  <a:pt x="3534" y="677"/>
                  <a:pt x="3735" y="1104"/>
                  <a:pt x="4036" y="1805"/>
                </a:cubicBezTo>
                <a:cubicBezTo>
                  <a:pt x="3635" y="1805"/>
                  <a:pt x="3234" y="1805"/>
                  <a:pt x="2858" y="1830"/>
                </a:cubicBezTo>
                <a:cubicBezTo>
                  <a:pt x="3158" y="978"/>
                  <a:pt x="3334" y="627"/>
                  <a:pt x="3434" y="502"/>
                </a:cubicBezTo>
                <a:close/>
                <a:moveTo>
                  <a:pt x="4637" y="2206"/>
                </a:moveTo>
                <a:cubicBezTo>
                  <a:pt x="5364" y="2206"/>
                  <a:pt x="5765" y="2231"/>
                  <a:pt x="6016" y="2256"/>
                </a:cubicBezTo>
                <a:cubicBezTo>
                  <a:pt x="5765" y="2457"/>
                  <a:pt x="5389" y="2783"/>
                  <a:pt x="4963" y="3159"/>
                </a:cubicBezTo>
                <a:cubicBezTo>
                  <a:pt x="4863" y="2858"/>
                  <a:pt x="4737" y="2532"/>
                  <a:pt x="4637" y="2206"/>
                </a:cubicBezTo>
                <a:close/>
                <a:moveTo>
                  <a:pt x="2256" y="2256"/>
                </a:moveTo>
                <a:lnTo>
                  <a:pt x="2256" y="2256"/>
                </a:lnTo>
                <a:cubicBezTo>
                  <a:pt x="2131" y="2582"/>
                  <a:pt x="2031" y="2933"/>
                  <a:pt x="1905" y="3334"/>
                </a:cubicBezTo>
                <a:cubicBezTo>
                  <a:pt x="1254" y="2858"/>
                  <a:pt x="853" y="2532"/>
                  <a:pt x="652" y="2357"/>
                </a:cubicBezTo>
                <a:cubicBezTo>
                  <a:pt x="978" y="2332"/>
                  <a:pt x="1504" y="2282"/>
                  <a:pt x="2256" y="2256"/>
                </a:cubicBezTo>
                <a:close/>
                <a:moveTo>
                  <a:pt x="4186" y="2206"/>
                </a:moveTo>
                <a:cubicBezTo>
                  <a:pt x="4336" y="2632"/>
                  <a:pt x="4487" y="3033"/>
                  <a:pt x="4612" y="3434"/>
                </a:cubicBezTo>
                <a:cubicBezTo>
                  <a:pt x="4186" y="3810"/>
                  <a:pt x="3785" y="4111"/>
                  <a:pt x="3409" y="4387"/>
                </a:cubicBezTo>
                <a:cubicBezTo>
                  <a:pt x="3033" y="4136"/>
                  <a:pt x="2632" y="3860"/>
                  <a:pt x="2256" y="3585"/>
                </a:cubicBezTo>
                <a:cubicBezTo>
                  <a:pt x="2407" y="3084"/>
                  <a:pt x="2557" y="2632"/>
                  <a:pt x="2707" y="2256"/>
                </a:cubicBezTo>
                <a:cubicBezTo>
                  <a:pt x="3184" y="2231"/>
                  <a:pt x="3710" y="2231"/>
                  <a:pt x="4186" y="2206"/>
                </a:cubicBezTo>
                <a:close/>
                <a:moveTo>
                  <a:pt x="4737" y="3886"/>
                </a:moveTo>
                <a:cubicBezTo>
                  <a:pt x="5013" y="4763"/>
                  <a:pt x="5113" y="5239"/>
                  <a:pt x="5113" y="5464"/>
                </a:cubicBezTo>
                <a:cubicBezTo>
                  <a:pt x="4888" y="5339"/>
                  <a:pt x="4462" y="5089"/>
                  <a:pt x="3785" y="4637"/>
                </a:cubicBezTo>
                <a:cubicBezTo>
                  <a:pt x="4086" y="4412"/>
                  <a:pt x="4412" y="4161"/>
                  <a:pt x="4737" y="3886"/>
                </a:cubicBezTo>
                <a:close/>
                <a:moveTo>
                  <a:pt x="2131" y="4011"/>
                </a:moveTo>
                <a:cubicBezTo>
                  <a:pt x="2432" y="4236"/>
                  <a:pt x="2757" y="4437"/>
                  <a:pt x="3058" y="4662"/>
                </a:cubicBezTo>
                <a:cubicBezTo>
                  <a:pt x="2256" y="5264"/>
                  <a:pt x="1855" y="5464"/>
                  <a:pt x="1655" y="5540"/>
                </a:cubicBezTo>
                <a:cubicBezTo>
                  <a:pt x="1755" y="5239"/>
                  <a:pt x="1930" y="4662"/>
                  <a:pt x="2131" y="4011"/>
                </a:cubicBezTo>
                <a:close/>
                <a:moveTo>
                  <a:pt x="3459" y="1"/>
                </a:moveTo>
                <a:cubicBezTo>
                  <a:pt x="3234" y="1"/>
                  <a:pt x="3008" y="151"/>
                  <a:pt x="2407" y="1830"/>
                </a:cubicBezTo>
                <a:cubicBezTo>
                  <a:pt x="1630" y="1881"/>
                  <a:pt x="402" y="1931"/>
                  <a:pt x="226" y="1981"/>
                </a:cubicBezTo>
                <a:cubicBezTo>
                  <a:pt x="151" y="2006"/>
                  <a:pt x="76" y="2106"/>
                  <a:pt x="51" y="2181"/>
                </a:cubicBezTo>
                <a:cubicBezTo>
                  <a:pt x="26" y="2307"/>
                  <a:pt x="1" y="2457"/>
                  <a:pt x="1755" y="3735"/>
                </a:cubicBezTo>
                <a:cubicBezTo>
                  <a:pt x="1429" y="4788"/>
                  <a:pt x="1204" y="5690"/>
                  <a:pt x="1179" y="5690"/>
                </a:cubicBezTo>
                <a:cubicBezTo>
                  <a:pt x="1179" y="5765"/>
                  <a:pt x="1179" y="5840"/>
                  <a:pt x="1229" y="5891"/>
                </a:cubicBezTo>
                <a:cubicBezTo>
                  <a:pt x="1279" y="5941"/>
                  <a:pt x="1354" y="6016"/>
                  <a:pt x="1504" y="6016"/>
                </a:cubicBezTo>
                <a:cubicBezTo>
                  <a:pt x="1730" y="6016"/>
                  <a:pt x="2131" y="5891"/>
                  <a:pt x="3434" y="4913"/>
                </a:cubicBezTo>
                <a:cubicBezTo>
                  <a:pt x="3986" y="5289"/>
                  <a:pt x="4838" y="5840"/>
                  <a:pt x="5138" y="5916"/>
                </a:cubicBezTo>
                <a:cubicBezTo>
                  <a:pt x="5163" y="5916"/>
                  <a:pt x="5214" y="5941"/>
                  <a:pt x="5214" y="5941"/>
                </a:cubicBezTo>
                <a:cubicBezTo>
                  <a:pt x="5314" y="5941"/>
                  <a:pt x="5389" y="5891"/>
                  <a:pt x="5439" y="5815"/>
                </a:cubicBezTo>
                <a:cubicBezTo>
                  <a:pt x="5514" y="5715"/>
                  <a:pt x="5690" y="5490"/>
                  <a:pt x="5088" y="3585"/>
                </a:cubicBezTo>
                <a:cubicBezTo>
                  <a:pt x="5740" y="3058"/>
                  <a:pt x="6316" y="2557"/>
                  <a:pt x="6542" y="2357"/>
                </a:cubicBezTo>
                <a:cubicBezTo>
                  <a:pt x="6617" y="2282"/>
                  <a:pt x="6642" y="2156"/>
                  <a:pt x="6592" y="2081"/>
                </a:cubicBezTo>
                <a:cubicBezTo>
                  <a:pt x="6542" y="1931"/>
                  <a:pt x="6492" y="1805"/>
                  <a:pt x="4562" y="1805"/>
                </a:cubicBezTo>
                <a:lnTo>
                  <a:pt x="4462" y="1805"/>
                </a:lnTo>
                <a:cubicBezTo>
                  <a:pt x="4186" y="1079"/>
                  <a:pt x="3835" y="251"/>
                  <a:pt x="3635" y="76"/>
                </a:cubicBezTo>
                <a:cubicBezTo>
                  <a:pt x="3585" y="26"/>
                  <a:pt x="3509" y="1"/>
                  <a:pt x="345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31"/>
          <p:cNvSpPr/>
          <p:nvPr/>
        </p:nvSpPr>
        <p:spPr>
          <a:xfrm flipH="1">
            <a:off x="751141" y="329449"/>
            <a:ext cx="62304" cy="61768"/>
          </a:xfrm>
          <a:custGeom>
            <a:avLst/>
            <a:gdLst/>
            <a:ahLst/>
            <a:cxnLst/>
            <a:rect l="l" t="t" r="r" b="b"/>
            <a:pathLst>
              <a:path w="2908" h="2883" extrusionOk="0">
                <a:moveTo>
                  <a:pt x="1454" y="401"/>
                </a:moveTo>
                <a:cubicBezTo>
                  <a:pt x="1730" y="401"/>
                  <a:pt x="1980" y="526"/>
                  <a:pt x="2181" y="702"/>
                </a:cubicBezTo>
                <a:cubicBezTo>
                  <a:pt x="2381" y="902"/>
                  <a:pt x="2481" y="1153"/>
                  <a:pt x="2481" y="1429"/>
                </a:cubicBezTo>
                <a:cubicBezTo>
                  <a:pt x="2481" y="2005"/>
                  <a:pt x="2005" y="2456"/>
                  <a:pt x="1454" y="2456"/>
                </a:cubicBezTo>
                <a:cubicBezTo>
                  <a:pt x="877" y="2456"/>
                  <a:pt x="426" y="2005"/>
                  <a:pt x="426" y="1429"/>
                </a:cubicBezTo>
                <a:cubicBezTo>
                  <a:pt x="426" y="852"/>
                  <a:pt x="877" y="401"/>
                  <a:pt x="1454" y="401"/>
                </a:cubicBezTo>
                <a:close/>
                <a:moveTo>
                  <a:pt x="1454" y="0"/>
                </a:moveTo>
                <a:cubicBezTo>
                  <a:pt x="652" y="0"/>
                  <a:pt x="0" y="627"/>
                  <a:pt x="0" y="1429"/>
                </a:cubicBezTo>
                <a:cubicBezTo>
                  <a:pt x="0" y="2231"/>
                  <a:pt x="652" y="2882"/>
                  <a:pt x="1454" y="2882"/>
                </a:cubicBezTo>
                <a:cubicBezTo>
                  <a:pt x="2256" y="2882"/>
                  <a:pt x="2882" y="2231"/>
                  <a:pt x="2908" y="1429"/>
                </a:cubicBezTo>
                <a:cubicBezTo>
                  <a:pt x="2908" y="1053"/>
                  <a:pt x="2757" y="702"/>
                  <a:pt x="2481" y="426"/>
                </a:cubicBezTo>
                <a:cubicBezTo>
                  <a:pt x="2206" y="150"/>
                  <a:pt x="1855" y="0"/>
                  <a:pt x="145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31"/>
          <p:cNvSpPr/>
          <p:nvPr/>
        </p:nvSpPr>
        <p:spPr>
          <a:xfrm flipH="1">
            <a:off x="549294" y="1597436"/>
            <a:ext cx="145004" cy="130521"/>
          </a:xfrm>
          <a:custGeom>
            <a:avLst/>
            <a:gdLst/>
            <a:ahLst/>
            <a:cxnLst/>
            <a:rect l="l" t="t" r="r" b="b"/>
            <a:pathLst>
              <a:path w="6768" h="6092" extrusionOk="0">
                <a:moveTo>
                  <a:pt x="3183" y="2357"/>
                </a:moveTo>
                <a:lnTo>
                  <a:pt x="3183" y="2357"/>
                </a:lnTo>
                <a:cubicBezTo>
                  <a:pt x="3634" y="2683"/>
                  <a:pt x="3935" y="3059"/>
                  <a:pt x="3910" y="3259"/>
                </a:cubicBezTo>
                <a:cubicBezTo>
                  <a:pt x="3910" y="3284"/>
                  <a:pt x="3910" y="3334"/>
                  <a:pt x="3785" y="3384"/>
                </a:cubicBezTo>
                <a:cubicBezTo>
                  <a:pt x="3743" y="3401"/>
                  <a:pt x="3704" y="3409"/>
                  <a:pt x="3668" y="3409"/>
                </a:cubicBezTo>
                <a:cubicBezTo>
                  <a:pt x="3596" y="3409"/>
                  <a:pt x="3534" y="3376"/>
                  <a:pt x="3484" y="3309"/>
                </a:cubicBezTo>
                <a:cubicBezTo>
                  <a:pt x="3309" y="3159"/>
                  <a:pt x="3208" y="2783"/>
                  <a:pt x="3183" y="2357"/>
                </a:cubicBezTo>
                <a:close/>
                <a:moveTo>
                  <a:pt x="4186" y="427"/>
                </a:moveTo>
                <a:cubicBezTo>
                  <a:pt x="4286" y="427"/>
                  <a:pt x="4386" y="452"/>
                  <a:pt x="4512" y="477"/>
                </a:cubicBezTo>
                <a:cubicBezTo>
                  <a:pt x="5890" y="978"/>
                  <a:pt x="5439" y="4186"/>
                  <a:pt x="5113" y="5615"/>
                </a:cubicBezTo>
                <a:cubicBezTo>
                  <a:pt x="3660" y="5214"/>
                  <a:pt x="602" y="4011"/>
                  <a:pt x="953" y="2432"/>
                </a:cubicBezTo>
                <a:cubicBezTo>
                  <a:pt x="1053" y="1981"/>
                  <a:pt x="1304" y="1755"/>
                  <a:pt x="1730" y="1755"/>
                </a:cubicBezTo>
                <a:cubicBezTo>
                  <a:pt x="2030" y="1755"/>
                  <a:pt x="2381" y="1881"/>
                  <a:pt x="2782" y="2081"/>
                </a:cubicBezTo>
                <a:cubicBezTo>
                  <a:pt x="2757" y="2607"/>
                  <a:pt x="2858" y="3259"/>
                  <a:pt x="3158" y="3610"/>
                </a:cubicBezTo>
                <a:cubicBezTo>
                  <a:pt x="3309" y="3760"/>
                  <a:pt x="3484" y="3835"/>
                  <a:pt x="3660" y="3835"/>
                </a:cubicBezTo>
                <a:cubicBezTo>
                  <a:pt x="3760" y="3835"/>
                  <a:pt x="3860" y="3810"/>
                  <a:pt x="3935" y="3785"/>
                </a:cubicBezTo>
                <a:cubicBezTo>
                  <a:pt x="4161" y="3685"/>
                  <a:pt x="4311" y="3510"/>
                  <a:pt x="4336" y="3284"/>
                </a:cubicBezTo>
                <a:cubicBezTo>
                  <a:pt x="4361" y="2808"/>
                  <a:pt x="3785" y="2231"/>
                  <a:pt x="3208" y="1856"/>
                </a:cubicBezTo>
                <a:cubicBezTo>
                  <a:pt x="3284" y="1129"/>
                  <a:pt x="3609" y="427"/>
                  <a:pt x="4186" y="427"/>
                </a:cubicBezTo>
                <a:close/>
                <a:moveTo>
                  <a:pt x="4186" y="1"/>
                </a:moveTo>
                <a:cubicBezTo>
                  <a:pt x="3359" y="1"/>
                  <a:pt x="2933" y="828"/>
                  <a:pt x="2807" y="1630"/>
                </a:cubicBezTo>
                <a:cubicBezTo>
                  <a:pt x="2431" y="1429"/>
                  <a:pt x="2056" y="1329"/>
                  <a:pt x="1730" y="1329"/>
                </a:cubicBezTo>
                <a:cubicBezTo>
                  <a:pt x="1103" y="1329"/>
                  <a:pt x="677" y="1680"/>
                  <a:pt x="552" y="2332"/>
                </a:cubicBezTo>
                <a:cubicBezTo>
                  <a:pt x="0" y="4738"/>
                  <a:pt x="4988" y="6041"/>
                  <a:pt x="5213" y="6091"/>
                </a:cubicBezTo>
                <a:lnTo>
                  <a:pt x="5264" y="6091"/>
                </a:lnTo>
                <a:cubicBezTo>
                  <a:pt x="5339" y="6091"/>
                  <a:pt x="5439" y="6016"/>
                  <a:pt x="5464" y="5941"/>
                </a:cubicBezTo>
                <a:cubicBezTo>
                  <a:pt x="5514" y="5715"/>
                  <a:pt x="6767" y="828"/>
                  <a:pt x="4637" y="101"/>
                </a:cubicBezTo>
                <a:cubicBezTo>
                  <a:pt x="4487" y="26"/>
                  <a:pt x="4336" y="1"/>
                  <a:pt x="418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31"/>
          <p:cNvSpPr/>
          <p:nvPr/>
        </p:nvSpPr>
        <p:spPr>
          <a:xfrm flipH="1">
            <a:off x="8477269" y="1766124"/>
            <a:ext cx="145004" cy="130521"/>
          </a:xfrm>
          <a:custGeom>
            <a:avLst/>
            <a:gdLst/>
            <a:ahLst/>
            <a:cxnLst/>
            <a:rect l="l" t="t" r="r" b="b"/>
            <a:pathLst>
              <a:path w="6768" h="6092" extrusionOk="0">
                <a:moveTo>
                  <a:pt x="3183" y="2357"/>
                </a:moveTo>
                <a:lnTo>
                  <a:pt x="3183" y="2357"/>
                </a:lnTo>
                <a:cubicBezTo>
                  <a:pt x="3634" y="2683"/>
                  <a:pt x="3935" y="3059"/>
                  <a:pt x="3910" y="3259"/>
                </a:cubicBezTo>
                <a:cubicBezTo>
                  <a:pt x="3910" y="3284"/>
                  <a:pt x="3910" y="3334"/>
                  <a:pt x="3785" y="3384"/>
                </a:cubicBezTo>
                <a:cubicBezTo>
                  <a:pt x="3743" y="3401"/>
                  <a:pt x="3704" y="3409"/>
                  <a:pt x="3668" y="3409"/>
                </a:cubicBezTo>
                <a:cubicBezTo>
                  <a:pt x="3596" y="3409"/>
                  <a:pt x="3534" y="3376"/>
                  <a:pt x="3484" y="3309"/>
                </a:cubicBezTo>
                <a:cubicBezTo>
                  <a:pt x="3309" y="3159"/>
                  <a:pt x="3208" y="2783"/>
                  <a:pt x="3183" y="2357"/>
                </a:cubicBezTo>
                <a:close/>
                <a:moveTo>
                  <a:pt x="4186" y="427"/>
                </a:moveTo>
                <a:cubicBezTo>
                  <a:pt x="4286" y="427"/>
                  <a:pt x="4386" y="452"/>
                  <a:pt x="4512" y="477"/>
                </a:cubicBezTo>
                <a:cubicBezTo>
                  <a:pt x="5890" y="978"/>
                  <a:pt x="5439" y="4186"/>
                  <a:pt x="5113" y="5615"/>
                </a:cubicBezTo>
                <a:cubicBezTo>
                  <a:pt x="3660" y="5214"/>
                  <a:pt x="602" y="4011"/>
                  <a:pt x="953" y="2432"/>
                </a:cubicBezTo>
                <a:cubicBezTo>
                  <a:pt x="1053" y="1981"/>
                  <a:pt x="1304" y="1755"/>
                  <a:pt x="1730" y="1755"/>
                </a:cubicBezTo>
                <a:cubicBezTo>
                  <a:pt x="2030" y="1755"/>
                  <a:pt x="2381" y="1881"/>
                  <a:pt x="2782" y="2081"/>
                </a:cubicBezTo>
                <a:cubicBezTo>
                  <a:pt x="2757" y="2607"/>
                  <a:pt x="2858" y="3259"/>
                  <a:pt x="3158" y="3610"/>
                </a:cubicBezTo>
                <a:cubicBezTo>
                  <a:pt x="3309" y="3760"/>
                  <a:pt x="3484" y="3835"/>
                  <a:pt x="3660" y="3835"/>
                </a:cubicBezTo>
                <a:cubicBezTo>
                  <a:pt x="3760" y="3835"/>
                  <a:pt x="3860" y="3810"/>
                  <a:pt x="3935" y="3785"/>
                </a:cubicBezTo>
                <a:cubicBezTo>
                  <a:pt x="4161" y="3685"/>
                  <a:pt x="4311" y="3510"/>
                  <a:pt x="4336" y="3284"/>
                </a:cubicBezTo>
                <a:cubicBezTo>
                  <a:pt x="4361" y="2808"/>
                  <a:pt x="3785" y="2231"/>
                  <a:pt x="3208" y="1856"/>
                </a:cubicBezTo>
                <a:cubicBezTo>
                  <a:pt x="3284" y="1129"/>
                  <a:pt x="3609" y="427"/>
                  <a:pt x="4186" y="427"/>
                </a:cubicBezTo>
                <a:close/>
                <a:moveTo>
                  <a:pt x="4186" y="1"/>
                </a:moveTo>
                <a:cubicBezTo>
                  <a:pt x="3359" y="1"/>
                  <a:pt x="2933" y="828"/>
                  <a:pt x="2807" y="1630"/>
                </a:cubicBezTo>
                <a:cubicBezTo>
                  <a:pt x="2431" y="1429"/>
                  <a:pt x="2056" y="1329"/>
                  <a:pt x="1730" y="1329"/>
                </a:cubicBezTo>
                <a:cubicBezTo>
                  <a:pt x="1103" y="1329"/>
                  <a:pt x="677" y="1680"/>
                  <a:pt x="552" y="2332"/>
                </a:cubicBezTo>
                <a:cubicBezTo>
                  <a:pt x="0" y="4738"/>
                  <a:pt x="4988" y="6041"/>
                  <a:pt x="5213" y="6091"/>
                </a:cubicBezTo>
                <a:lnTo>
                  <a:pt x="5264" y="6091"/>
                </a:lnTo>
                <a:cubicBezTo>
                  <a:pt x="5339" y="6091"/>
                  <a:pt x="5439" y="6016"/>
                  <a:pt x="5464" y="5941"/>
                </a:cubicBezTo>
                <a:cubicBezTo>
                  <a:pt x="5514" y="5715"/>
                  <a:pt x="6767" y="828"/>
                  <a:pt x="4637" y="101"/>
                </a:cubicBezTo>
                <a:cubicBezTo>
                  <a:pt x="4487" y="26"/>
                  <a:pt x="4336" y="1"/>
                  <a:pt x="418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31"/>
          <p:cNvSpPr/>
          <p:nvPr/>
        </p:nvSpPr>
        <p:spPr>
          <a:xfrm flipH="1">
            <a:off x="688841" y="2443561"/>
            <a:ext cx="62304" cy="61768"/>
          </a:xfrm>
          <a:custGeom>
            <a:avLst/>
            <a:gdLst/>
            <a:ahLst/>
            <a:cxnLst/>
            <a:rect l="l" t="t" r="r" b="b"/>
            <a:pathLst>
              <a:path w="2908" h="2883" extrusionOk="0">
                <a:moveTo>
                  <a:pt x="1454" y="401"/>
                </a:moveTo>
                <a:cubicBezTo>
                  <a:pt x="1730" y="401"/>
                  <a:pt x="1980" y="526"/>
                  <a:pt x="2181" y="702"/>
                </a:cubicBezTo>
                <a:cubicBezTo>
                  <a:pt x="2381" y="902"/>
                  <a:pt x="2481" y="1153"/>
                  <a:pt x="2481" y="1429"/>
                </a:cubicBezTo>
                <a:cubicBezTo>
                  <a:pt x="2481" y="2005"/>
                  <a:pt x="2005" y="2456"/>
                  <a:pt x="1454" y="2456"/>
                </a:cubicBezTo>
                <a:cubicBezTo>
                  <a:pt x="877" y="2456"/>
                  <a:pt x="426" y="2005"/>
                  <a:pt x="426" y="1429"/>
                </a:cubicBezTo>
                <a:cubicBezTo>
                  <a:pt x="426" y="852"/>
                  <a:pt x="877" y="401"/>
                  <a:pt x="1454" y="401"/>
                </a:cubicBezTo>
                <a:close/>
                <a:moveTo>
                  <a:pt x="1454" y="0"/>
                </a:moveTo>
                <a:cubicBezTo>
                  <a:pt x="652" y="0"/>
                  <a:pt x="0" y="627"/>
                  <a:pt x="0" y="1429"/>
                </a:cubicBezTo>
                <a:cubicBezTo>
                  <a:pt x="0" y="2231"/>
                  <a:pt x="652" y="2882"/>
                  <a:pt x="1454" y="2882"/>
                </a:cubicBezTo>
                <a:cubicBezTo>
                  <a:pt x="2256" y="2882"/>
                  <a:pt x="2882" y="2231"/>
                  <a:pt x="2908" y="1429"/>
                </a:cubicBezTo>
                <a:cubicBezTo>
                  <a:pt x="2908" y="1053"/>
                  <a:pt x="2757" y="702"/>
                  <a:pt x="2481" y="426"/>
                </a:cubicBezTo>
                <a:cubicBezTo>
                  <a:pt x="2206" y="150"/>
                  <a:pt x="1855" y="0"/>
                  <a:pt x="145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31"/>
          <p:cNvSpPr/>
          <p:nvPr/>
        </p:nvSpPr>
        <p:spPr>
          <a:xfrm flipH="1">
            <a:off x="8055419" y="3171850"/>
            <a:ext cx="100440" cy="100976"/>
          </a:xfrm>
          <a:custGeom>
            <a:avLst/>
            <a:gdLst/>
            <a:ahLst/>
            <a:cxnLst/>
            <a:rect l="l" t="t" r="r" b="b"/>
            <a:pathLst>
              <a:path w="4688" h="4713" extrusionOk="0">
                <a:moveTo>
                  <a:pt x="2507" y="602"/>
                </a:moveTo>
                <a:cubicBezTo>
                  <a:pt x="2582" y="802"/>
                  <a:pt x="2632" y="1078"/>
                  <a:pt x="2682" y="1254"/>
                </a:cubicBezTo>
                <a:cubicBezTo>
                  <a:pt x="2808" y="1730"/>
                  <a:pt x="2833" y="1830"/>
                  <a:pt x="2883" y="1905"/>
                </a:cubicBezTo>
                <a:cubicBezTo>
                  <a:pt x="2933" y="1980"/>
                  <a:pt x="3033" y="2030"/>
                  <a:pt x="3484" y="2181"/>
                </a:cubicBezTo>
                <a:cubicBezTo>
                  <a:pt x="3660" y="2256"/>
                  <a:pt x="3910" y="2331"/>
                  <a:pt x="4086" y="2406"/>
                </a:cubicBezTo>
                <a:cubicBezTo>
                  <a:pt x="3835" y="2532"/>
                  <a:pt x="3409" y="2682"/>
                  <a:pt x="3033" y="2807"/>
                </a:cubicBezTo>
                <a:cubicBezTo>
                  <a:pt x="2983" y="2832"/>
                  <a:pt x="2933" y="2883"/>
                  <a:pt x="2908" y="2933"/>
                </a:cubicBezTo>
                <a:cubicBezTo>
                  <a:pt x="2732" y="3359"/>
                  <a:pt x="2482" y="3835"/>
                  <a:pt x="2331" y="4111"/>
                </a:cubicBezTo>
                <a:cubicBezTo>
                  <a:pt x="2231" y="3835"/>
                  <a:pt x="2081" y="3309"/>
                  <a:pt x="1980" y="2858"/>
                </a:cubicBezTo>
                <a:cubicBezTo>
                  <a:pt x="1955" y="2782"/>
                  <a:pt x="1880" y="2707"/>
                  <a:pt x="1805" y="2707"/>
                </a:cubicBezTo>
                <a:cubicBezTo>
                  <a:pt x="1379" y="2632"/>
                  <a:pt x="878" y="2507"/>
                  <a:pt x="602" y="2431"/>
                </a:cubicBezTo>
                <a:cubicBezTo>
                  <a:pt x="878" y="2256"/>
                  <a:pt x="1429" y="2030"/>
                  <a:pt x="1930" y="1830"/>
                </a:cubicBezTo>
                <a:cubicBezTo>
                  <a:pt x="1980" y="1805"/>
                  <a:pt x="2031" y="1755"/>
                  <a:pt x="2031" y="1705"/>
                </a:cubicBezTo>
                <a:cubicBezTo>
                  <a:pt x="2181" y="1304"/>
                  <a:pt x="2381" y="878"/>
                  <a:pt x="2507" y="602"/>
                </a:cubicBezTo>
                <a:close/>
                <a:moveTo>
                  <a:pt x="2557" y="0"/>
                </a:moveTo>
                <a:cubicBezTo>
                  <a:pt x="2432" y="0"/>
                  <a:pt x="2256" y="0"/>
                  <a:pt x="1680" y="1479"/>
                </a:cubicBezTo>
                <a:cubicBezTo>
                  <a:pt x="101" y="2106"/>
                  <a:pt x="51" y="2306"/>
                  <a:pt x="26" y="2406"/>
                </a:cubicBezTo>
                <a:cubicBezTo>
                  <a:pt x="1" y="2457"/>
                  <a:pt x="26" y="2557"/>
                  <a:pt x="76" y="2607"/>
                </a:cubicBezTo>
                <a:cubicBezTo>
                  <a:pt x="101" y="2657"/>
                  <a:pt x="226" y="2832"/>
                  <a:pt x="1605" y="3083"/>
                </a:cubicBezTo>
                <a:cubicBezTo>
                  <a:pt x="2006" y="4712"/>
                  <a:pt x="2156" y="4712"/>
                  <a:pt x="2306" y="4712"/>
                </a:cubicBezTo>
                <a:lnTo>
                  <a:pt x="2331" y="4712"/>
                </a:lnTo>
                <a:cubicBezTo>
                  <a:pt x="2457" y="4712"/>
                  <a:pt x="2582" y="4687"/>
                  <a:pt x="3259" y="3183"/>
                </a:cubicBezTo>
                <a:cubicBezTo>
                  <a:pt x="3660" y="3033"/>
                  <a:pt x="4437" y="2757"/>
                  <a:pt x="4612" y="2607"/>
                </a:cubicBezTo>
                <a:cubicBezTo>
                  <a:pt x="4662" y="2557"/>
                  <a:pt x="4687" y="2457"/>
                  <a:pt x="4687" y="2381"/>
                </a:cubicBezTo>
                <a:cubicBezTo>
                  <a:pt x="4637" y="2181"/>
                  <a:pt x="4437" y="2081"/>
                  <a:pt x="3635" y="1780"/>
                </a:cubicBezTo>
                <a:cubicBezTo>
                  <a:pt x="3484" y="1730"/>
                  <a:pt x="3309" y="1680"/>
                  <a:pt x="3209" y="1629"/>
                </a:cubicBezTo>
                <a:cubicBezTo>
                  <a:pt x="3183" y="1554"/>
                  <a:pt x="3133" y="1329"/>
                  <a:pt x="3083" y="1153"/>
                </a:cubicBezTo>
                <a:cubicBezTo>
                  <a:pt x="2958" y="602"/>
                  <a:pt x="2858" y="251"/>
                  <a:pt x="2757" y="101"/>
                </a:cubicBezTo>
                <a:cubicBezTo>
                  <a:pt x="2732" y="51"/>
                  <a:pt x="2632" y="0"/>
                  <a:pt x="255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31"/>
          <p:cNvSpPr/>
          <p:nvPr/>
        </p:nvSpPr>
        <p:spPr>
          <a:xfrm flipH="1">
            <a:off x="345431" y="3779300"/>
            <a:ext cx="100440" cy="100976"/>
          </a:xfrm>
          <a:custGeom>
            <a:avLst/>
            <a:gdLst/>
            <a:ahLst/>
            <a:cxnLst/>
            <a:rect l="l" t="t" r="r" b="b"/>
            <a:pathLst>
              <a:path w="4688" h="4713" extrusionOk="0">
                <a:moveTo>
                  <a:pt x="2507" y="602"/>
                </a:moveTo>
                <a:cubicBezTo>
                  <a:pt x="2582" y="802"/>
                  <a:pt x="2632" y="1078"/>
                  <a:pt x="2682" y="1254"/>
                </a:cubicBezTo>
                <a:cubicBezTo>
                  <a:pt x="2808" y="1730"/>
                  <a:pt x="2833" y="1830"/>
                  <a:pt x="2883" y="1905"/>
                </a:cubicBezTo>
                <a:cubicBezTo>
                  <a:pt x="2933" y="1980"/>
                  <a:pt x="3033" y="2030"/>
                  <a:pt x="3484" y="2181"/>
                </a:cubicBezTo>
                <a:cubicBezTo>
                  <a:pt x="3660" y="2256"/>
                  <a:pt x="3910" y="2331"/>
                  <a:pt x="4086" y="2406"/>
                </a:cubicBezTo>
                <a:cubicBezTo>
                  <a:pt x="3835" y="2532"/>
                  <a:pt x="3409" y="2682"/>
                  <a:pt x="3033" y="2807"/>
                </a:cubicBezTo>
                <a:cubicBezTo>
                  <a:pt x="2983" y="2832"/>
                  <a:pt x="2933" y="2883"/>
                  <a:pt x="2908" y="2933"/>
                </a:cubicBezTo>
                <a:cubicBezTo>
                  <a:pt x="2732" y="3359"/>
                  <a:pt x="2482" y="3835"/>
                  <a:pt x="2331" y="4111"/>
                </a:cubicBezTo>
                <a:cubicBezTo>
                  <a:pt x="2231" y="3835"/>
                  <a:pt x="2081" y="3309"/>
                  <a:pt x="1980" y="2858"/>
                </a:cubicBezTo>
                <a:cubicBezTo>
                  <a:pt x="1955" y="2782"/>
                  <a:pt x="1880" y="2707"/>
                  <a:pt x="1805" y="2707"/>
                </a:cubicBezTo>
                <a:cubicBezTo>
                  <a:pt x="1379" y="2632"/>
                  <a:pt x="878" y="2507"/>
                  <a:pt x="602" y="2431"/>
                </a:cubicBezTo>
                <a:cubicBezTo>
                  <a:pt x="878" y="2256"/>
                  <a:pt x="1429" y="2030"/>
                  <a:pt x="1930" y="1830"/>
                </a:cubicBezTo>
                <a:cubicBezTo>
                  <a:pt x="1980" y="1805"/>
                  <a:pt x="2031" y="1755"/>
                  <a:pt x="2031" y="1705"/>
                </a:cubicBezTo>
                <a:cubicBezTo>
                  <a:pt x="2181" y="1304"/>
                  <a:pt x="2381" y="878"/>
                  <a:pt x="2507" y="602"/>
                </a:cubicBezTo>
                <a:close/>
                <a:moveTo>
                  <a:pt x="2557" y="0"/>
                </a:moveTo>
                <a:cubicBezTo>
                  <a:pt x="2432" y="0"/>
                  <a:pt x="2256" y="0"/>
                  <a:pt x="1680" y="1479"/>
                </a:cubicBezTo>
                <a:cubicBezTo>
                  <a:pt x="101" y="2106"/>
                  <a:pt x="51" y="2306"/>
                  <a:pt x="26" y="2406"/>
                </a:cubicBezTo>
                <a:cubicBezTo>
                  <a:pt x="1" y="2457"/>
                  <a:pt x="26" y="2557"/>
                  <a:pt x="76" y="2607"/>
                </a:cubicBezTo>
                <a:cubicBezTo>
                  <a:pt x="101" y="2657"/>
                  <a:pt x="226" y="2832"/>
                  <a:pt x="1605" y="3083"/>
                </a:cubicBezTo>
                <a:cubicBezTo>
                  <a:pt x="2006" y="4712"/>
                  <a:pt x="2156" y="4712"/>
                  <a:pt x="2306" y="4712"/>
                </a:cubicBezTo>
                <a:lnTo>
                  <a:pt x="2331" y="4712"/>
                </a:lnTo>
                <a:cubicBezTo>
                  <a:pt x="2457" y="4712"/>
                  <a:pt x="2582" y="4687"/>
                  <a:pt x="3259" y="3183"/>
                </a:cubicBezTo>
                <a:cubicBezTo>
                  <a:pt x="3660" y="3033"/>
                  <a:pt x="4437" y="2757"/>
                  <a:pt x="4612" y="2607"/>
                </a:cubicBezTo>
                <a:cubicBezTo>
                  <a:pt x="4662" y="2557"/>
                  <a:pt x="4687" y="2457"/>
                  <a:pt x="4687" y="2381"/>
                </a:cubicBezTo>
                <a:cubicBezTo>
                  <a:pt x="4637" y="2181"/>
                  <a:pt x="4437" y="2081"/>
                  <a:pt x="3635" y="1780"/>
                </a:cubicBezTo>
                <a:cubicBezTo>
                  <a:pt x="3484" y="1730"/>
                  <a:pt x="3309" y="1680"/>
                  <a:pt x="3209" y="1629"/>
                </a:cubicBezTo>
                <a:cubicBezTo>
                  <a:pt x="3183" y="1554"/>
                  <a:pt x="3133" y="1329"/>
                  <a:pt x="3083" y="1153"/>
                </a:cubicBezTo>
                <a:cubicBezTo>
                  <a:pt x="2958" y="602"/>
                  <a:pt x="2858" y="251"/>
                  <a:pt x="2757" y="101"/>
                </a:cubicBezTo>
                <a:cubicBezTo>
                  <a:pt x="2732" y="51"/>
                  <a:pt x="2632" y="0"/>
                  <a:pt x="255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1" name="Google Shape;471;p31"/>
          <p:cNvGrpSpPr/>
          <p:nvPr/>
        </p:nvGrpSpPr>
        <p:grpSpPr>
          <a:xfrm>
            <a:off x="7826124" y="4007603"/>
            <a:ext cx="559025" cy="502490"/>
            <a:chOff x="6942758" y="1290606"/>
            <a:chExt cx="699393" cy="628662"/>
          </a:xfrm>
        </p:grpSpPr>
        <p:sp>
          <p:nvSpPr>
            <p:cNvPr id="472" name="Google Shape;472;p31"/>
            <p:cNvSpPr/>
            <p:nvPr/>
          </p:nvSpPr>
          <p:spPr>
            <a:xfrm>
              <a:off x="6942758" y="1290606"/>
              <a:ext cx="699393" cy="628662"/>
            </a:xfrm>
            <a:custGeom>
              <a:avLst/>
              <a:gdLst/>
              <a:ahLst/>
              <a:cxnLst/>
              <a:rect l="l" t="t" r="r" b="b"/>
              <a:pathLst>
                <a:path w="32156" h="28904" extrusionOk="0">
                  <a:moveTo>
                    <a:pt x="15865" y="9776"/>
                  </a:moveTo>
                  <a:lnTo>
                    <a:pt x="20426" y="13010"/>
                  </a:lnTo>
                  <a:lnTo>
                    <a:pt x="16918" y="18147"/>
                  </a:lnTo>
                  <a:lnTo>
                    <a:pt x="12231" y="15065"/>
                  </a:lnTo>
                  <a:lnTo>
                    <a:pt x="15865" y="9776"/>
                  </a:lnTo>
                  <a:close/>
                  <a:moveTo>
                    <a:pt x="16086" y="1"/>
                  </a:moveTo>
                  <a:cubicBezTo>
                    <a:pt x="12132" y="1"/>
                    <a:pt x="8191" y="1615"/>
                    <a:pt x="5339" y="4789"/>
                  </a:cubicBezTo>
                  <a:cubicBezTo>
                    <a:pt x="0" y="10704"/>
                    <a:pt x="476" y="19852"/>
                    <a:pt x="6391" y="25190"/>
                  </a:cubicBezTo>
                  <a:cubicBezTo>
                    <a:pt x="9160" y="27678"/>
                    <a:pt x="12625" y="28903"/>
                    <a:pt x="16077" y="28903"/>
                  </a:cubicBezTo>
                  <a:cubicBezTo>
                    <a:pt x="20031" y="28903"/>
                    <a:pt x="23967" y="27296"/>
                    <a:pt x="26817" y="24137"/>
                  </a:cubicBezTo>
                  <a:cubicBezTo>
                    <a:pt x="32156" y="18198"/>
                    <a:pt x="31680" y="9050"/>
                    <a:pt x="25740" y="3711"/>
                  </a:cubicBezTo>
                  <a:cubicBezTo>
                    <a:pt x="22986" y="1226"/>
                    <a:pt x="19531" y="1"/>
                    <a:pt x="1608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dist="28575" dir="3840000" algn="bl" rotWithShape="0">
                <a:srgbClr val="D9D9D9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1"/>
            <p:cNvSpPr/>
            <p:nvPr/>
          </p:nvSpPr>
          <p:spPr>
            <a:xfrm>
              <a:off x="7122640" y="1413303"/>
              <a:ext cx="354351" cy="363051"/>
            </a:xfrm>
            <a:custGeom>
              <a:avLst/>
              <a:gdLst/>
              <a:ahLst/>
              <a:cxnLst/>
              <a:rect l="l" t="t" r="r" b="b"/>
              <a:pathLst>
                <a:path w="16292" h="16692" extrusionOk="0">
                  <a:moveTo>
                    <a:pt x="7044" y="501"/>
                  </a:moveTo>
                  <a:lnTo>
                    <a:pt x="15765" y="6767"/>
                  </a:lnTo>
                  <a:lnTo>
                    <a:pt x="9450" y="16191"/>
                  </a:lnTo>
                  <a:lnTo>
                    <a:pt x="502" y="10176"/>
                  </a:lnTo>
                  <a:lnTo>
                    <a:pt x="7044" y="501"/>
                  </a:lnTo>
                  <a:close/>
                  <a:moveTo>
                    <a:pt x="6943" y="0"/>
                  </a:moveTo>
                  <a:cubicBezTo>
                    <a:pt x="6893" y="0"/>
                    <a:pt x="6843" y="50"/>
                    <a:pt x="6818" y="100"/>
                  </a:cubicBezTo>
                  <a:lnTo>
                    <a:pt x="26" y="10126"/>
                  </a:lnTo>
                  <a:cubicBezTo>
                    <a:pt x="1" y="10176"/>
                    <a:pt x="1" y="10226"/>
                    <a:pt x="1" y="10276"/>
                  </a:cubicBezTo>
                  <a:cubicBezTo>
                    <a:pt x="26" y="10326"/>
                    <a:pt x="51" y="10376"/>
                    <a:pt x="101" y="10401"/>
                  </a:cubicBezTo>
                  <a:lnTo>
                    <a:pt x="9374" y="16667"/>
                  </a:lnTo>
                  <a:cubicBezTo>
                    <a:pt x="9425" y="16692"/>
                    <a:pt x="9450" y="16692"/>
                    <a:pt x="9500" y="16692"/>
                  </a:cubicBezTo>
                  <a:lnTo>
                    <a:pt x="9550" y="16692"/>
                  </a:lnTo>
                  <a:cubicBezTo>
                    <a:pt x="9600" y="16692"/>
                    <a:pt x="9650" y="16642"/>
                    <a:pt x="9675" y="16617"/>
                  </a:cubicBezTo>
                  <a:lnTo>
                    <a:pt x="16217" y="6817"/>
                  </a:lnTo>
                  <a:cubicBezTo>
                    <a:pt x="16292" y="6742"/>
                    <a:pt x="16267" y="6617"/>
                    <a:pt x="16166" y="6542"/>
                  </a:cubicBezTo>
                  <a:lnTo>
                    <a:pt x="7094" y="25"/>
                  </a:lnTo>
                  <a:cubicBezTo>
                    <a:pt x="7069" y="0"/>
                    <a:pt x="6993" y="0"/>
                    <a:pt x="69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1"/>
            <p:cNvSpPr/>
            <p:nvPr/>
          </p:nvSpPr>
          <p:spPr>
            <a:xfrm>
              <a:off x="6996179" y="1339154"/>
              <a:ext cx="566935" cy="533702"/>
            </a:xfrm>
            <a:custGeom>
              <a:avLst/>
              <a:gdLst/>
              <a:ahLst/>
              <a:cxnLst/>
              <a:rect l="l" t="t" r="r" b="b"/>
              <a:pathLst>
                <a:path w="26066" h="24538" extrusionOk="0">
                  <a:moveTo>
                    <a:pt x="13660" y="402"/>
                  </a:moveTo>
                  <a:cubicBezTo>
                    <a:pt x="16592" y="402"/>
                    <a:pt x="19399" y="1479"/>
                    <a:pt x="21579" y="3459"/>
                  </a:cubicBezTo>
                  <a:cubicBezTo>
                    <a:pt x="23935" y="5565"/>
                    <a:pt x="25314" y="8472"/>
                    <a:pt x="25489" y="11655"/>
                  </a:cubicBezTo>
                  <a:cubicBezTo>
                    <a:pt x="25640" y="14813"/>
                    <a:pt x="24562" y="17845"/>
                    <a:pt x="22457" y="20201"/>
                  </a:cubicBezTo>
                  <a:cubicBezTo>
                    <a:pt x="20201" y="22682"/>
                    <a:pt x="16993" y="24111"/>
                    <a:pt x="13635" y="24111"/>
                  </a:cubicBezTo>
                  <a:cubicBezTo>
                    <a:pt x="10702" y="24111"/>
                    <a:pt x="7895" y="23033"/>
                    <a:pt x="5715" y="21078"/>
                  </a:cubicBezTo>
                  <a:cubicBezTo>
                    <a:pt x="853" y="16692"/>
                    <a:pt x="452" y="9174"/>
                    <a:pt x="4838" y="4336"/>
                  </a:cubicBezTo>
                  <a:cubicBezTo>
                    <a:pt x="7093" y="1830"/>
                    <a:pt x="10301" y="402"/>
                    <a:pt x="13660" y="402"/>
                  </a:cubicBezTo>
                  <a:close/>
                  <a:moveTo>
                    <a:pt x="13660" y="1"/>
                  </a:moveTo>
                  <a:cubicBezTo>
                    <a:pt x="10176" y="1"/>
                    <a:pt x="6843" y="1479"/>
                    <a:pt x="4537" y="4061"/>
                  </a:cubicBezTo>
                  <a:cubicBezTo>
                    <a:pt x="0" y="9073"/>
                    <a:pt x="401" y="16843"/>
                    <a:pt x="5439" y="21379"/>
                  </a:cubicBezTo>
                  <a:cubicBezTo>
                    <a:pt x="7695" y="23409"/>
                    <a:pt x="10602" y="24537"/>
                    <a:pt x="13635" y="24537"/>
                  </a:cubicBezTo>
                  <a:cubicBezTo>
                    <a:pt x="17118" y="24537"/>
                    <a:pt x="20427" y="23058"/>
                    <a:pt x="22757" y="20477"/>
                  </a:cubicBezTo>
                  <a:cubicBezTo>
                    <a:pt x="24963" y="18046"/>
                    <a:pt x="26066" y="14888"/>
                    <a:pt x="25890" y="11630"/>
                  </a:cubicBezTo>
                  <a:cubicBezTo>
                    <a:pt x="25740" y="8347"/>
                    <a:pt x="24286" y="5339"/>
                    <a:pt x="21855" y="3133"/>
                  </a:cubicBezTo>
                  <a:cubicBezTo>
                    <a:pt x="19600" y="1103"/>
                    <a:pt x="16692" y="1"/>
                    <a:pt x="136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5" name="Google Shape;475;p31"/>
          <p:cNvGrpSpPr/>
          <p:nvPr/>
        </p:nvGrpSpPr>
        <p:grpSpPr>
          <a:xfrm flipH="1">
            <a:off x="3039132" y="590494"/>
            <a:ext cx="81094" cy="84329"/>
            <a:chOff x="8006752" y="2174332"/>
            <a:chExt cx="81094" cy="84329"/>
          </a:xfrm>
        </p:grpSpPr>
        <p:sp>
          <p:nvSpPr>
            <p:cNvPr id="476" name="Google Shape;476;p31"/>
            <p:cNvSpPr/>
            <p:nvPr/>
          </p:nvSpPr>
          <p:spPr>
            <a:xfrm>
              <a:off x="8045403" y="2174332"/>
              <a:ext cx="9706" cy="84329"/>
            </a:xfrm>
            <a:custGeom>
              <a:avLst/>
              <a:gdLst/>
              <a:ahLst/>
              <a:cxnLst/>
              <a:rect l="l" t="t" r="r" b="b"/>
              <a:pathLst>
                <a:path w="453" h="3936" extrusionOk="0">
                  <a:moveTo>
                    <a:pt x="227" y="0"/>
                  </a:moveTo>
                  <a:cubicBezTo>
                    <a:pt x="126" y="0"/>
                    <a:pt x="26" y="75"/>
                    <a:pt x="26" y="201"/>
                  </a:cubicBezTo>
                  <a:lnTo>
                    <a:pt x="1" y="3710"/>
                  </a:lnTo>
                  <a:cubicBezTo>
                    <a:pt x="1" y="3835"/>
                    <a:pt x="101" y="3935"/>
                    <a:pt x="201" y="3935"/>
                  </a:cubicBezTo>
                  <a:cubicBezTo>
                    <a:pt x="327" y="3935"/>
                    <a:pt x="427" y="3835"/>
                    <a:pt x="427" y="3710"/>
                  </a:cubicBezTo>
                  <a:lnTo>
                    <a:pt x="452" y="201"/>
                  </a:lnTo>
                  <a:cubicBezTo>
                    <a:pt x="452" y="75"/>
                    <a:pt x="352" y="0"/>
                    <a:pt x="2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1"/>
            <p:cNvSpPr/>
            <p:nvPr/>
          </p:nvSpPr>
          <p:spPr>
            <a:xfrm>
              <a:off x="8014273" y="2189501"/>
              <a:ext cx="72502" cy="52513"/>
            </a:xfrm>
            <a:custGeom>
              <a:avLst/>
              <a:gdLst/>
              <a:ahLst/>
              <a:cxnLst/>
              <a:rect l="l" t="t" r="r" b="b"/>
              <a:pathLst>
                <a:path w="3384" h="2451" extrusionOk="0">
                  <a:moveTo>
                    <a:pt x="3159" y="0"/>
                  </a:moveTo>
                  <a:cubicBezTo>
                    <a:pt x="3116" y="0"/>
                    <a:pt x="3072" y="14"/>
                    <a:pt x="3033" y="44"/>
                  </a:cubicBezTo>
                  <a:lnTo>
                    <a:pt x="126" y="2074"/>
                  </a:lnTo>
                  <a:cubicBezTo>
                    <a:pt x="25" y="2124"/>
                    <a:pt x="0" y="2275"/>
                    <a:pt x="76" y="2350"/>
                  </a:cubicBezTo>
                  <a:cubicBezTo>
                    <a:pt x="126" y="2425"/>
                    <a:pt x="176" y="2450"/>
                    <a:pt x="251" y="2450"/>
                  </a:cubicBezTo>
                  <a:cubicBezTo>
                    <a:pt x="301" y="2450"/>
                    <a:pt x="326" y="2450"/>
                    <a:pt x="376" y="2400"/>
                  </a:cubicBezTo>
                  <a:lnTo>
                    <a:pt x="3258" y="395"/>
                  </a:lnTo>
                  <a:cubicBezTo>
                    <a:pt x="3359" y="320"/>
                    <a:pt x="3384" y="194"/>
                    <a:pt x="3334" y="94"/>
                  </a:cubicBezTo>
                  <a:cubicBezTo>
                    <a:pt x="3288" y="34"/>
                    <a:pt x="3224" y="0"/>
                    <a:pt x="31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1"/>
            <p:cNvSpPr/>
            <p:nvPr/>
          </p:nvSpPr>
          <p:spPr>
            <a:xfrm>
              <a:off x="8022328" y="2186544"/>
              <a:ext cx="56926" cy="58683"/>
            </a:xfrm>
            <a:custGeom>
              <a:avLst/>
              <a:gdLst/>
              <a:ahLst/>
              <a:cxnLst/>
              <a:rect l="l" t="t" r="r" b="b"/>
              <a:pathLst>
                <a:path w="2657" h="2739" extrusionOk="0">
                  <a:moveTo>
                    <a:pt x="235" y="0"/>
                  </a:moveTo>
                  <a:cubicBezTo>
                    <a:pt x="182" y="0"/>
                    <a:pt x="126" y="19"/>
                    <a:pt x="75" y="57"/>
                  </a:cubicBezTo>
                  <a:cubicBezTo>
                    <a:pt x="0" y="132"/>
                    <a:pt x="0" y="257"/>
                    <a:pt x="75" y="358"/>
                  </a:cubicBezTo>
                  <a:lnTo>
                    <a:pt x="2256" y="2663"/>
                  </a:lnTo>
                  <a:cubicBezTo>
                    <a:pt x="2306" y="2713"/>
                    <a:pt x="2356" y="2739"/>
                    <a:pt x="2431" y="2739"/>
                  </a:cubicBezTo>
                  <a:cubicBezTo>
                    <a:pt x="2481" y="2739"/>
                    <a:pt x="2532" y="2713"/>
                    <a:pt x="2557" y="2688"/>
                  </a:cubicBezTo>
                  <a:cubicBezTo>
                    <a:pt x="2657" y="2588"/>
                    <a:pt x="2657" y="2463"/>
                    <a:pt x="2582" y="2388"/>
                  </a:cubicBezTo>
                  <a:lnTo>
                    <a:pt x="376" y="57"/>
                  </a:lnTo>
                  <a:cubicBezTo>
                    <a:pt x="339" y="19"/>
                    <a:pt x="288" y="0"/>
                    <a:pt x="2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1"/>
            <p:cNvSpPr/>
            <p:nvPr/>
          </p:nvSpPr>
          <p:spPr>
            <a:xfrm>
              <a:off x="8006752" y="2210305"/>
              <a:ext cx="81094" cy="9684"/>
            </a:xfrm>
            <a:custGeom>
              <a:avLst/>
              <a:gdLst/>
              <a:ahLst/>
              <a:cxnLst/>
              <a:rect l="l" t="t" r="r" b="b"/>
              <a:pathLst>
                <a:path w="3785" h="452" extrusionOk="0">
                  <a:moveTo>
                    <a:pt x="3584" y="0"/>
                  </a:moveTo>
                  <a:lnTo>
                    <a:pt x="201" y="25"/>
                  </a:lnTo>
                  <a:cubicBezTo>
                    <a:pt x="76" y="25"/>
                    <a:pt x="0" y="126"/>
                    <a:pt x="0" y="251"/>
                  </a:cubicBezTo>
                  <a:cubicBezTo>
                    <a:pt x="0" y="351"/>
                    <a:pt x="76" y="452"/>
                    <a:pt x="201" y="452"/>
                  </a:cubicBezTo>
                  <a:lnTo>
                    <a:pt x="3584" y="426"/>
                  </a:lnTo>
                  <a:cubicBezTo>
                    <a:pt x="3710" y="426"/>
                    <a:pt x="3785" y="326"/>
                    <a:pt x="3785" y="201"/>
                  </a:cubicBezTo>
                  <a:cubicBezTo>
                    <a:pt x="3785" y="101"/>
                    <a:pt x="3685" y="0"/>
                    <a:pt x="35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0" name="Google Shape;480;p31"/>
          <p:cNvSpPr/>
          <p:nvPr/>
        </p:nvSpPr>
        <p:spPr>
          <a:xfrm flipH="1">
            <a:off x="5604856" y="489513"/>
            <a:ext cx="100440" cy="100976"/>
          </a:xfrm>
          <a:custGeom>
            <a:avLst/>
            <a:gdLst/>
            <a:ahLst/>
            <a:cxnLst/>
            <a:rect l="l" t="t" r="r" b="b"/>
            <a:pathLst>
              <a:path w="4688" h="4713" extrusionOk="0">
                <a:moveTo>
                  <a:pt x="2507" y="602"/>
                </a:moveTo>
                <a:cubicBezTo>
                  <a:pt x="2582" y="802"/>
                  <a:pt x="2632" y="1078"/>
                  <a:pt x="2682" y="1254"/>
                </a:cubicBezTo>
                <a:cubicBezTo>
                  <a:pt x="2808" y="1730"/>
                  <a:pt x="2833" y="1830"/>
                  <a:pt x="2883" y="1905"/>
                </a:cubicBezTo>
                <a:cubicBezTo>
                  <a:pt x="2933" y="1980"/>
                  <a:pt x="3033" y="2030"/>
                  <a:pt x="3484" y="2181"/>
                </a:cubicBezTo>
                <a:cubicBezTo>
                  <a:pt x="3660" y="2256"/>
                  <a:pt x="3910" y="2331"/>
                  <a:pt x="4086" y="2406"/>
                </a:cubicBezTo>
                <a:cubicBezTo>
                  <a:pt x="3835" y="2532"/>
                  <a:pt x="3409" y="2682"/>
                  <a:pt x="3033" y="2807"/>
                </a:cubicBezTo>
                <a:cubicBezTo>
                  <a:pt x="2983" y="2832"/>
                  <a:pt x="2933" y="2883"/>
                  <a:pt x="2908" y="2933"/>
                </a:cubicBezTo>
                <a:cubicBezTo>
                  <a:pt x="2732" y="3359"/>
                  <a:pt x="2482" y="3835"/>
                  <a:pt x="2331" y="4111"/>
                </a:cubicBezTo>
                <a:cubicBezTo>
                  <a:pt x="2231" y="3835"/>
                  <a:pt x="2081" y="3309"/>
                  <a:pt x="1980" y="2858"/>
                </a:cubicBezTo>
                <a:cubicBezTo>
                  <a:pt x="1955" y="2782"/>
                  <a:pt x="1880" y="2707"/>
                  <a:pt x="1805" y="2707"/>
                </a:cubicBezTo>
                <a:cubicBezTo>
                  <a:pt x="1379" y="2632"/>
                  <a:pt x="878" y="2507"/>
                  <a:pt x="602" y="2431"/>
                </a:cubicBezTo>
                <a:cubicBezTo>
                  <a:pt x="878" y="2256"/>
                  <a:pt x="1429" y="2030"/>
                  <a:pt x="1930" y="1830"/>
                </a:cubicBezTo>
                <a:cubicBezTo>
                  <a:pt x="1980" y="1805"/>
                  <a:pt x="2031" y="1755"/>
                  <a:pt x="2031" y="1705"/>
                </a:cubicBezTo>
                <a:cubicBezTo>
                  <a:pt x="2181" y="1304"/>
                  <a:pt x="2381" y="878"/>
                  <a:pt x="2507" y="602"/>
                </a:cubicBezTo>
                <a:close/>
                <a:moveTo>
                  <a:pt x="2557" y="0"/>
                </a:moveTo>
                <a:cubicBezTo>
                  <a:pt x="2432" y="0"/>
                  <a:pt x="2256" y="0"/>
                  <a:pt x="1680" y="1479"/>
                </a:cubicBezTo>
                <a:cubicBezTo>
                  <a:pt x="101" y="2106"/>
                  <a:pt x="51" y="2306"/>
                  <a:pt x="26" y="2406"/>
                </a:cubicBezTo>
                <a:cubicBezTo>
                  <a:pt x="1" y="2457"/>
                  <a:pt x="26" y="2557"/>
                  <a:pt x="76" y="2607"/>
                </a:cubicBezTo>
                <a:cubicBezTo>
                  <a:pt x="101" y="2657"/>
                  <a:pt x="226" y="2832"/>
                  <a:pt x="1605" y="3083"/>
                </a:cubicBezTo>
                <a:cubicBezTo>
                  <a:pt x="2006" y="4712"/>
                  <a:pt x="2156" y="4712"/>
                  <a:pt x="2306" y="4712"/>
                </a:cubicBezTo>
                <a:lnTo>
                  <a:pt x="2331" y="4712"/>
                </a:lnTo>
                <a:cubicBezTo>
                  <a:pt x="2457" y="4712"/>
                  <a:pt x="2582" y="4687"/>
                  <a:pt x="3259" y="3183"/>
                </a:cubicBezTo>
                <a:cubicBezTo>
                  <a:pt x="3660" y="3033"/>
                  <a:pt x="4437" y="2757"/>
                  <a:pt x="4612" y="2607"/>
                </a:cubicBezTo>
                <a:cubicBezTo>
                  <a:pt x="4662" y="2557"/>
                  <a:pt x="4687" y="2457"/>
                  <a:pt x="4687" y="2381"/>
                </a:cubicBezTo>
                <a:cubicBezTo>
                  <a:pt x="4637" y="2181"/>
                  <a:pt x="4437" y="2081"/>
                  <a:pt x="3635" y="1780"/>
                </a:cubicBezTo>
                <a:cubicBezTo>
                  <a:pt x="3484" y="1730"/>
                  <a:pt x="3309" y="1680"/>
                  <a:pt x="3209" y="1629"/>
                </a:cubicBezTo>
                <a:cubicBezTo>
                  <a:pt x="3183" y="1554"/>
                  <a:pt x="3133" y="1329"/>
                  <a:pt x="3083" y="1153"/>
                </a:cubicBezTo>
                <a:cubicBezTo>
                  <a:pt x="2958" y="602"/>
                  <a:pt x="2858" y="251"/>
                  <a:pt x="2757" y="101"/>
                </a:cubicBezTo>
                <a:cubicBezTo>
                  <a:pt x="2732" y="51"/>
                  <a:pt x="2632" y="0"/>
                  <a:pt x="255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31"/>
          <p:cNvSpPr/>
          <p:nvPr/>
        </p:nvSpPr>
        <p:spPr>
          <a:xfrm flipH="1">
            <a:off x="2927756" y="4366600"/>
            <a:ext cx="100440" cy="100976"/>
          </a:xfrm>
          <a:custGeom>
            <a:avLst/>
            <a:gdLst/>
            <a:ahLst/>
            <a:cxnLst/>
            <a:rect l="l" t="t" r="r" b="b"/>
            <a:pathLst>
              <a:path w="4688" h="4713" extrusionOk="0">
                <a:moveTo>
                  <a:pt x="2507" y="602"/>
                </a:moveTo>
                <a:cubicBezTo>
                  <a:pt x="2582" y="802"/>
                  <a:pt x="2632" y="1078"/>
                  <a:pt x="2682" y="1254"/>
                </a:cubicBezTo>
                <a:cubicBezTo>
                  <a:pt x="2808" y="1730"/>
                  <a:pt x="2833" y="1830"/>
                  <a:pt x="2883" y="1905"/>
                </a:cubicBezTo>
                <a:cubicBezTo>
                  <a:pt x="2933" y="1980"/>
                  <a:pt x="3033" y="2030"/>
                  <a:pt x="3484" y="2181"/>
                </a:cubicBezTo>
                <a:cubicBezTo>
                  <a:pt x="3660" y="2256"/>
                  <a:pt x="3910" y="2331"/>
                  <a:pt x="4086" y="2406"/>
                </a:cubicBezTo>
                <a:cubicBezTo>
                  <a:pt x="3835" y="2532"/>
                  <a:pt x="3409" y="2682"/>
                  <a:pt x="3033" y="2807"/>
                </a:cubicBezTo>
                <a:cubicBezTo>
                  <a:pt x="2983" y="2832"/>
                  <a:pt x="2933" y="2883"/>
                  <a:pt x="2908" y="2933"/>
                </a:cubicBezTo>
                <a:cubicBezTo>
                  <a:pt x="2732" y="3359"/>
                  <a:pt x="2482" y="3835"/>
                  <a:pt x="2331" y="4111"/>
                </a:cubicBezTo>
                <a:cubicBezTo>
                  <a:pt x="2231" y="3835"/>
                  <a:pt x="2081" y="3309"/>
                  <a:pt x="1980" y="2858"/>
                </a:cubicBezTo>
                <a:cubicBezTo>
                  <a:pt x="1955" y="2782"/>
                  <a:pt x="1880" y="2707"/>
                  <a:pt x="1805" y="2707"/>
                </a:cubicBezTo>
                <a:cubicBezTo>
                  <a:pt x="1379" y="2632"/>
                  <a:pt x="878" y="2507"/>
                  <a:pt x="602" y="2431"/>
                </a:cubicBezTo>
                <a:cubicBezTo>
                  <a:pt x="878" y="2256"/>
                  <a:pt x="1429" y="2030"/>
                  <a:pt x="1930" y="1830"/>
                </a:cubicBezTo>
                <a:cubicBezTo>
                  <a:pt x="1980" y="1805"/>
                  <a:pt x="2031" y="1755"/>
                  <a:pt x="2031" y="1705"/>
                </a:cubicBezTo>
                <a:cubicBezTo>
                  <a:pt x="2181" y="1304"/>
                  <a:pt x="2381" y="878"/>
                  <a:pt x="2507" y="602"/>
                </a:cubicBezTo>
                <a:close/>
                <a:moveTo>
                  <a:pt x="2557" y="0"/>
                </a:moveTo>
                <a:cubicBezTo>
                  <a:pt x="2432" y="0"/>
                  <a:pt x="2256" y="0"/>
                  <a:pt x="1680" y="1479"/>
                </a:cubicBezTo>
                <a:cubicBezTo>
                  <a:pt x="101" y="2106"/>
                  <a:pt x="51" y="2306"/>
                  <a:pt x="26" y="2406"/>
                </a:cubicBezTo>
                <a:cubicBezTo>
                  <a:pt x="1" y="2457"/>
                  <a:pt x="26" y="2557"/>
                  <a:pt x="76" y="2607"/>
                </a:cubicBezTo>
                <a:cubicBezTo>
                  <a:pt x="101" y="2657"/>
                  <a:pt x="226" y="2832"/>
                  <a:pt x="1605" y="3083"/>
                </a:cubicBezTo>
                <a:cubicBezTo>
                  <a:pt x="2006" y="4712"/>
                  <a:pt x="2156" y="4712"/>
                  <a:pt x="2306" y="4712"/>
                </a:cubicBezTo>
                <a:lnTo>
                  <a:pt x="2331" y="4712"/>
                </a:lnTo>
                <a:cubicBezTo>
                  <a:pt x="2457" y="4712"/>
                  <a:pt x="2582" y="4687"/>
                  <a:pt x="3259" y="3183"/>
                </a:cubicBezTo>
                <a:cubicBezTo>
                  <a:pt x="3660" y="3033"/>
                  <a:pt x="4437" y="2757"/>
                  <a:pt x="4612" y="2607"/>
                </a:cubicBezTo>
                <a:cubicBezTo>
                  <a:pt x="4662" y="2557"/>
                  <a:pt x="4687" y="2457"/>
                  <a:pt x="4687" y="2381"/>
                </a:cubicBezTo>
                <a:cubicBezTo>
                  <a:pt x="4637" y="2181"/>
                  <a:pt x="4437" y="2081"/>
                  <a:pt x="3635" y="1780"/>
                </a:cubicBezTo>
                <a:cubicBezTo>
                  <a:pt x="3484" y="1730"/>
                  <a:pt x="3309" y="1680"/>
                  <a:pt x="3209" y="1629"/>
                </a:cubicBezTo>
                <a:cubicBezTo>
                  <a:pt x="3183" y="1554"/>
                  <a:pt x="3133" y="1329"/>
                  <a:pt x="3083" y="1153"/>
                </a:cubicBezTo>
                <a:cubicBezTo>
                  <a:pt x="2958" y="602"/>
                  <a:pt x="2858" y="251"/>
                  <a:pt x="2757" y="101"/>
                </a:cubicBezTo>
                <a:cubicBezTo>
                  <a:pt x="2732" y="51"/>
                  <a:pt x="2632" y="0"/>
                  <a:pt x="255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31"/>
          <p:cNvSpPr/>
          <p:nvPr/>
        </p:nvSpPr>
        <p:spPr>
          <a:xfrm flipH="1">
            <a:off x="6692291" y="4467574"/>
            <a:ext cx="62304" cy="61768"/>
          </a:xfrm>
          <a:custGeom>
            <a:avLst/>
            <a:gdLst/>
            <a:ahLst/>
            <a:cxnLst/>
            <a:rect l="l" t="t" r="r" b="b"/>
            <a:pathLst>
              <a:path w="2908" h="2883" extrusionOk="0">
                <a:moveTo>
                  <a:pt x="1454" y="401"/>
                </a:moveTo>
                <a:cubicBezTo>
                  <a:pt x="1730" y="401"/>
                  <a:pt x="1980" y="526"/>
                  <a:pt x="2181" y="702"/>
                </a:cubicBezTo>
                <a:cubicBezTo>
                  <a:pt x="2381" y="902"/>
                  <a:pt x="2481" y="1153"/>
                  <a:pt x="2481" y="1429"/>
                </a:cubicBezTo>
                <a:cubicBezTo>
                  <a:pt x="2481" y="2005"/>
                  <a:pt x="2005" y="2456"/>
                  <a:pt x="1454" y="2456"/>
                </a:cubicBezTo>
                <a:cubicBezTo>
                  <a:pt x="877" y="2456"/>
                  <a:pt x="426" y="2005"/>
                  <a:pt x="426" y="1429"/>
                </a:cubicBezTo>
                <a:cubicBezTo>
                  <a:pt x="426" y="852"/>
                  <a:pt x="877" y="401"/>
                  <a:pt x="1454" y="401"/>
                </a:cubicBezTo>
                <a:close/>
                <a:moveTo>
                  <a:pt x="1454" y="0"/>
                </a:moveTo>
                <a:cubicBezTo>
                  <a:pt x="652" y="0"/>
                  <a:pt x="0" y="627"/>
                  <a:pt x="0" y="1429"/>
                </a:cubicBezTo>
                <a:cubicBezTo>
                  <a:pt x="0" y="2231"/>
                  <a:pt x="652" y="2882"/>
                  <a:pt x="1454" y="2882"/>
                </a:cubicBezTo>
                <a:cubicBezTo>
                  <a:pt x="2256" y="2882"/>
                  <a:pt x="2882" y="2231"/>
                  <a:pt x="2908" y="1429"/>
                </a:cubicBezTo>
                <a:cubicBezTo>
                  <a:pt x="2908" y="1053"/>
                  <a:pt x="2757" y="702"/>
                  <a:pt x="2481" y="426"/>
                </a:cubicBezTo>
                <a:cubicBezTo>
                  <a:pt x="2206" y="150"/>
                  <a:pt x="1855" y="0"/>
                  <a:pt x="145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31"/>
          <p:cNvSpPr/>
          <p:nvPr/>
        </p:nvSpPr>
        <p:spPr>
          <a:xfrm flipH="1">
            <a:off x="4825619" y="4510111"/>
            <a:ext cx="145004" cy="130521"/>
          </a:xfrm>
          <a:custGeom>
            <a:avLst/>
            <a:gdLst/>
            <a:ahLst/>
            <a:cxnLst/>
            <a:rect l="l" t="t" r="r" b="b"/>
            <a:pathLst>
              <a:path w="6768" h="6092" extrusionOk="0">
                <a:moveTo>
                  <a:pt x="3183" y="2357"/>
                </a:moveTo>
                <a:lnTo>
                  <a:pt x="3183" y="2357"/>
                </a:lnTo>
                <a:cubicBezTo>
                  <a:pt x="3634" y="2683"/>
                  <a:pt x="3935" y="3059"/>
                  <a:pt x="3910" y="3259"/>
                </a:cubicBezTo>
                <a:cubicBezTo>
                  <a:pt x="3910" y="3284"/>
                  <a:pt x="3910" y="3334"/>
                  <a:pt x="3785" y="3384"/>
                </a:cubicBezTo>
                <a:cubicBezTo>
                  <a:pt x="3743" y="3401"/>
                  <a:pt x="3704" y="3409"/>
                  <a:pt x="3668" y="3409"/>
                </a:cubicBezTo>
                <a:cubicBezTo>
                  <a:pt x="3596" y="3409"/>
                  <a:pt x="3534" y="3376"/>
                  <a:pt x="3484" y="3309"/>
                </a:cubicBezTo>
                <a:cubicBezTo>
                  <a:pt x="3309" y="3159"/>
                  <a:pt x="3208" y="2783"/>
                  <a:pt x="3183" y="2357"/>
                </a:cubicBezTo>
                <a:close/>
                <a:moveTo>
                  <a:pt x="4186" y="427"/>
                </a:moveTo>
                <a:cubicBezTo>
                  <a:pt x="4286" y="427"/>
                  <a:pt x="4386" y="452"/>
                  <a:pt x="4512" y="477"/>
                </a:cubicBezTo>
                <a:cubicBezTo>
                  <a:pt x="5890" y="978"/>
                  <a:pt x="5439" y="4186"/>
                  <a:pt x="5113" y="5615"/>
                </a:cubicBezTo>
                <a:cubicBezTo>
                  <a:pt x="3660" y="5214"/>
                  <a:pt x="602" y="4011"/>
                  <a:pt x="953" y="2432"/>
                </a:cubicBezTo>
                <a:cubicBezTo>
                  <a:pt x="1053" y="1981"/>
                  <a:pt x="1304" y="1755"/>
                  <a:pt x="1730" y="1755"/>
                </a:cubicBezTo>
                <a:cubicBezTo>
                  <a:pt x="2030" y="1755"/>
                  <a:pt x="2381" y="1881"/>
                  <a:pt x="2782" y="2081"/>
                </a:cubicBezTo>
                <a:cubicBezTo>
                  <a:pt x="2757" y="2607"/>
                  <a:pt x="2858" y="3259"/>
                  <a:pt x="3158" y="3610"/>
                </a:cubicBezTo>
                <a:cubicBezTo>
                  <a:pt x="3309" y="3760"/>
                  <a:pt x="3484" y="3835"/>
                  <a:pt x="3660" y="3835"/>
                </a:cubicBezTo>
                <a:cubicBezTo>
                  <a:pt x="3760" y="3835"/>
                  <a:pt x="3860" y="3810"/>
                  <a:pt x="3935" y="3785"/>
                </a:cubicBezTo>
                <a:cubicBezTo>
                  <a:pt x="4161" y="3685"/>
                  <a:pt x="4311" y="3510"/>
                  <a:pt x="4336" y="3284"/>
                </a:cubicBezTo>
                <a:cubicBezTo>
                  <a:pt x="4361" y="2808"/>
                  <a:pt x="3785" y="2231"/>
                  <a:pt x="3208" y="1856"/>
                </a:cubicBezTo>
                <a:cubicBezTo>
                  <a:pt x="3284" y="1129"/>
                  <a:pt x="3609" y="427"/>
                  <a:pt x="4186" y="427"/>
                </a:cubicBezTo>
                <a:close/>
                <a:moveTo>
                  <a:pt x="4186" y="1"/>
                </a:moveTo>
                <a:cubicBezTo>
                  <a:pt x="3359" y="1"/>
                  <a:pt x="2933" y="828"/>
                  <a:pt x="2807" y="1630"/>
                </a:cubicBezTo>
                <a:cubicBezTo>
                  <a:pt x="2431" y="1429"/>
                  <a:pt x="2056" y="1329"/>
                  <a:pt x="1730" y="1329"/>
                </a:cubicBezTo>
                <a:cubicBezTo>
                  <a:pt x="1103" y="1329"/>
                  <a:pt x="677" y="1680"/>
                  <a:pt x="552" y="2332"/>
                </a:cubicBezTo>
                <a:cubicBezTo>
                  <a:pt x="0" y="4738"/>
                  <a:pt x="4988" y="6041"/>
                  <a:pt x="5213" y="6091"/>
                </a:cubicBezTo>
                <a:lnTo>
                  <a:pt x="5264" y="6091"/>
                </a:lnTo>
                <a:cubicBezTo>
                  <a:pt x="5339" y="6091"/>
                  <a:pt x="5439" y="6016"/>
                  <a:pt x="5464" y="5941"/>
                </a:cubicBezTo>
                <a:cubicBezTo>
                  <a:pt x="5514" y="5715"/>
                  <a:pt x="6767" y="828"/>
                  <a:pt x="4637" y="101"/>
                </a:cubicBezTo>
                <a:cubicBezTo>
                  <a:pt x="4487" y="26"/>
                  <a:pt x="4336" y="1"/>
                  <a:pt x="418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4" name="Google Shape;484;p31"/>
          <p:cNvGrpSpPr/>
          <p:nvPr/>
        </p:nvGrpSpPr>
        <p:grpSpPr>
          <a:xfrm>
            <a:off x="866174" y="2932322"/>
            <a:ext cx="1500677" cy="1794927"/>
            <a:chOff x="593111" y="2855372"/>
            <a:chExt cx="1500677" cy="1794927"/>
          </a:xfrm>
        </p:grpSpPr>
        <p:grpSp>
          <p:nvGrpSpPr>
            <p:cNvPr id="485" name="Google Shape;485;p31"/>
            <p:cNvGrpSpPr/>
            <p:nvPr/>
          </p:nvGrpSpPr>
          <p:grpSpPr>
            <a:xfrm>
              <a:off x="626210" y="2888470"/>
              <a:ext cx="1467579" cy="1761828"/>
              <a:chOff x="593111" y="2855372"/>
              <a:chExt cx="1467579" cy="1761828"/>
            </a:xfrm>
          </p:grpSpPr>
          <p:sp>
            <p:nvSpPr>
              <p:cNvPr id="486" name="Google Shape;486;p31"/>
              <p:cNvSpPr/>
              <p:nvPr/>
            </p:nvSpPr>
            <p:spPr>
              <a:xfrm>
                <a:off x="943221" y="3590104"/>
                <a:ext cx="598743" cy="649777"/>
              </a:xfrm>
              <a:custGeom>
                <a:avLst/>
                <a:gdLst/>
                <a:ahLst/>
                <a:cxnLst/>
                <a:rect l="l" t="t" r="r" b="b"/>
                <a:pathLst>
                  <a:path w="27946" h="30328" extrusionOk="0">
                    <a:moveTo>
                      <a:pt x="18347" y="0"/>
                    </a:moveTo>
                    <a:cubicBezTo>
                      <a:pt x="17670" y="0"/>
                      <a:pt x="9475" y="401"/>
                      <a:pt x="9475" y="401"/>
                    </a:cubicBezTo>
                    <a:cubicBezTo>
                      <a:pt x="9475" y="401"/>
                      <a:pt x="12231" y="10577"/>
                      <a:pt x="11956" y="11279"/>
                    </a:cubicBezTo>
                    <a:cubicBezTo>
                      <a:pt x="11680" y="11955"/>
                      <a:pt x="1" y="14737"/>
                      <a:pt x="552" y="15439"/>
                    </a:cubicBezTo>
                    <a:cubicBezTo>
                      <a:pt x="1101" y="16138"/>
                      <a:pt x="13923" y="30327"/>
                      <a:pt x="16113" y="30327"/>
                    </a:cubicBezTo>
                    <a:cubicBezTo>
                      <a:pt x="16123" y="30327"/>
                      <a:pt x="16132" y="30327"/>
                      <a:pt x="16141" y="30326"/>
                    </a:cubicBezTo>
                    <a:cubicBezTo>
                      <a:pt x="18221" y="30176"/>
                      <a:pt x="27946" y="15314"/>
                      <a:pt x="27545" y="15013"/>
                    </a:cubicBezTo>
                    <a:cubicBezTo>
                      <a:pt x="27119" y="14737"/>
                      <a:pt x="17670" y="11955"/>
                      <a:pt x="17670" y="11955"/>
                    </a:cubicBezTo>
                    <a:cubicBezTo>
                      <a:pt x="17670" y="11955"/>
                      <a:pt x="19049" y="0"/>
                      <a:pt x="18347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Google Shape;487;p31"/>
              <p:cNvSpPr/>
              <p:nvPr/>
            </p:nvSpPr>
            <p:spPr>
              <a:xfrm>
                <a:off x="623728" y="3870153"/>
                <a:ext cx="1284450" cy="684979"/>
              </a:xfrm>
              <a:custGeom>
                <a:avLst/>
                <a:gdLst/>
                <a:ahLst/>
                <a:cxnLst/>
                <a:rect l="l" t="t" r="r" b="b"/>
                <a:pathLst>
                  <a:path w="59951" h="31971" extrusionOk="0">
                    <a:moveTo>
                      <a:pt x="38339" y="0"/>
                    </a:moveTo>
                    <a:cubicBezTo>
                      <a:pt x="37861" y="0"/>
                      <a:pt x="37518" y="27"/>
                      <a:pt x="37369" y="87"/>
                    </a:cubicBezTo>
                    <a:cubicBezTo>
                      <a:pt x="36382" y="473"/>
                      <a:pt x="31505" y="7617"/>
                      <a:pt x="30215" y="7617"/>
                    </a:cubicBezTo>
                    <a:cubicBezTo>
                      <a:pt x="30162" y="7617"/>
                      <a:pt x="30116" y="7606"/>
                      <a:pt x="30076" y="7581"/>
                    </a:cubicBezTo>
                    <a:cubicBezTo>
                      <a:pt x="29023" y="6955"/>
                      <a:pt x="19650" y="714"/>
                      <a:pt x="19650" y="714"/>
                    </a:cubicBezTo>
                    <a:cubicBezTo>
                      <a:pt x="19650" y="714"/>
                      <a:pt x="12131" y="714"/>
                      <a:pt x="10051" y="2569"/>
                    </a:cubicBezTo>
                    <a:cubicBezTo>
                      <a:pt x="7970" y="4448"/>
                      <a:pt x="0" y="29461"/>
                      <a:pt x="16492" y="31942"/>
                    </a:cubicBezTo>
                    <a:cubicBezTo>
                      <a:pt x="16619" y="31961"/>
                      <a:pt x="17019" y="31971"/>
                      <a:pt x="17639" y="31971"/>
                    </a:cubicBezTo>
                    <a:cubicBezTo>
                      <a:pt x="23492" y="31971"/>
                      <a:pt x="48988" y="31161"/>
                      <a:pt x="50552" y="30413"/>
                    </a:cubicBezTo>
                    <a:cubicBezTo>
                      <a:pt x="59951" y="26052"/>
                      <a:pt x="50301" y="1742"/>
                      <a:pt x="49675" y="1341"/>
                    </a:cubicBezTo>
                    <a:cubicBezTo>
                      <a:pt x="49137" y="975"/>
                      <a:pt x="41236" y="0"/>
                      <a:pt x="38339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Google Shape;488;p31"/>
              <p:cNvSpPr/>
              <p:nvPr/>
            </p:nvSpPr>
            <p:spPr>
              <a:xfrm>
                <a:off x="993634" y="3755785"/>
                <a:ext cx="529005" cy="330052"/>
              </a:xfrm>
              <a:custGeom>
                <a:avLst/>
                <a:gdLst/>
                <a:ahLst/>
                <a:cxnLst/>
                <a:rect l="l" t="t" r="r" b="b"/>
                <a:pathLst>
                  <a:path w="24691" h="15405" extrusionOk="0">
                    <a:moveTo>
                      <a:pt x="18607" y="0"/>
                    </a:moveTo>
                    <a:cubicBezTo>
                      <a:pt x="18582" y="0"/>
                      <a:pt x="18563" y="4"/>
                      <a:pt x="18550" y="12"/>
                    </a:cubicBezTo>
                    <a:cubicBezTo>
                      <a:pt x="18249" y="237"/>
                      <a:pt x="14465" y="8759"/>
                      <a:pt x="13638" y="8759"/>
                    </a:cubicBezTo>
                    <a:cubicBezTo>
                      <a:pt x="12811" y="8759"/>
                      <a:pt x="7122" y="1691"/>
                      <a:pt x="6169" y="1265"/>
                    </a:cubicBezTo>
                    <a:cubicBezTo>
                      <a:pt x="6129" y="1248"/>
                      <a:pt x="6082" y="1239"/>
                      <a:pt x="6028" y="1239"/>
                    </a:cubicBezTo>
                    <a:cubicBezTo>
                      <a:pt x="4833" y="1239"/>
                      <a:pt x="405" y="5300"/>
                      <a:pt x="405" y="5300"/>
                    </a:cubicBezTo>
                    <a:cubicBezTo>
                      <a:pt x="0" y="6608"/>
                      <a:pt x="12364" y="15405"/>
                      <a:pt x="15773" y="15405"/>
                    </a:cubicBezTo>
                    <a:cubicBezTo>
                      <a:pt x="15958" y="15405"/>
                      <a:pt x="16116" y="15379"/>
                      <a:pt x="16244" y="15325"/>
                    </a:cubicBezTo>
                    <a:cubicBezTo>
                      <a:pt x="18751" y="14273"/>
                      <a:pt x="24691" y="4172"/>
                      <a:pt x="24164" y="3220"/>
                    </a:cubicBezTo>
                    <a:cubicBezTo>
                      <a:pt x="23682" y="2328"/>
                      <a:pt x="19239" y="0"/>
                      <a:pt x="18607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31"/>
              <p:cNvSpPr/>
              <p:nvPr/>
            </p:nvSpPr>
            <p:spPr>
              <a:xfrm>
                <a:off x="809527" y="3002841"/>
                <a:ext cx="851108" cy="682879"/>
              </a:xfrm>
              <a:custGeom>
                <a:avLst/>
                <a:gdLst/>
                <a:ahLst/>
                <a:cxnLst/>
                <a:rect l="l" t="t" r="r" b="b"/>
                <a:pathLst>
                  <a:path w="39725" h="31873" extrusionOk="0">
                    <a:moveTo>
                      <a:pt x="21250" y="1"/>
                    </a:moveTo>
                    <a:cubicBezTo>
                      <a:pt x="15875" y="1"/>
                      <a:pt x="11329" y="1897"/>
                      <a:pt x="11329" y="1897"/>
                    </a:cubicBezTo>
                    <a:cubicBezTo>
                      <a:pt x="7820" y="2598"/>
                      <a:pt x="0" y="9942"/>
                      <a:pt x="476" y="18689"/>
                    </a:cubicBezTo>
                    <a:cubicBezTo>
                      <a:pt x="974" y="27937"/>
                      <a:pt x="8204" y="31872"/>
                      <a:pt x="16285" y="31872"/>
                    </a:cubicBezTo>
                    <a:cubicBezTo>
                      <a:pt x="20402" y="31872"/>
                      <a:pt x="24740" y="30851"/>
                      <a:pt x="28522" y="28989"/>
                    </a:cubicBezTo>
                    <a:cubicBezTo>
                      <a:pt x="39725" y="23451"/>
                      <a:pt x="38923" y="8388"/>
                      <a:pt x="30852" y="2749"/>
                    </a:cubicBezTo>
                    <a:cubicBezTo>
                      <a:pt x="27870" y="658"/>
                      <a:pt x="24416" y="1"/>
                      <a:pt x="21250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Google Shape;490;p31"/>
              <p:cNvSpPr/>
              <p:nvPr/>
            </p:nvSpPr>
            <p:spPr>
              <a:xfrm>
                <a:off x="956119" y="3135698"/>
                <a:ext cx="736741" cy="588566"/>
              </a:xfrm>
              <a:custGeom>
                <a:avLst/>
                <a:gdLst/>
                <a:ahLst/>
                <a:cxnLst/>
                <a:rect l="l" t="t" r="r" b="b"/>
                <a:pathLst>
                  <a:path w="34387" h="27471" extrusionOk="0">
                    <a:moveTo>
                      <a:pt x="17705" y="0"/>
                    </a:moveTo>
                    <a:cubicBezTo>
                      <a:pt x="11413" y="0"/>
                      <a:pt x="2431" y="3039"/>
                      <a:pt x="2431" y="3039"/>
                    </a:cubicBezTo>
                    <a:cubicBezTo>
                      <a:pt x="0" y="4543"/>
                      <a:pt x="2657" y="14869"/>
                      <a:pt x="2657" y="14869"/>
                    </a:cubicBezTo>
                    <a:cubicBezTo>
                      <a:pt x="2657" y="14869"/>
                      <a:pt x="766" y="27470"/>
                      <a:pt x="13302" y="27470"/>
                    </a:cubicBezTo>
                    <a:cubicBezTo>
                      <a:pt x="14381" y="27470"/>
                      <a:pt x="15566" y="27377"/>
                      <a:pt x="16868" y="27174"/>
                    </a:cubicBezTo>
                    <a:cubicBezTo>
                      <a:pt x="16868" y="27174"/>
                      <a:pt x="17628" y="27285"/>
                      <a:pt x="18780" y="27285"/>
                    </a:cubicBezTo>
                    <a:cubicBezTo>
                      <a:pt x="21537" y="27285"/>
                      <a:pt x="26538" y="26650"/>
                      <a:pt x="28747" y="22337"/>
                    </a:cubicBezTo>
                    <a:cubicBezTo>
                      <a:pt x="34386" y="11335"/>
                      <a:pt x="25915" y="7676"/>
                      <a:pt x="23434" y="2237"/>
                    </a:cubicBezTo>
                    <a:cubicBezTo>
                      <a:pt x="22681" y="578"/>
                      <a:pt x="20449" y="0"/>
                      <a:pt x="17705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Google Shape;491;p31"/>
              <p:cNvSpPr/>
              <p:nvPr/>
            </p:nvSpPr>
            <p:spPr>
              <a:xfrm>
                <a:off x="1226205" y="3700380"/>
                <a:ext cx="207844" cy="27210"/>
              </a:xfrm>
              <a:custGeom>
                <a:avLst/>
                <a:gdLst/>
                <a:ahLst/>
                <a:cxnLst/>
                <a:rect l="l" t="t" r="r" b="b"/>
                <a:pathLst>
                  <a:path w="9701" h="1270" extrusionOk="0">
                    <a:moveTo>
                      <a:pt x="9453" y="0"/>
                    </a:moveTo>
                    <a:cubicBezTo>
                      <a:pt x="9428" y="0"/>
                      <a:pt x="9402" y="5"/>
                      <a:pt x="9374" y="16"/>
                    </a:cubicBezTo>
                    <a:cubicBezTo>
                      <a:pt x="7490" y="689"/>
                      <a:pt x="5335" y="866"/>
                      <a:pt x="3595" y="866"/>
                    </a:cubicBezTo>
                    <a:cubicBezTo>
                      <a:pt x="1703" y="866"/>
                      <a:pt x="303" y="656"/>
                      <a:pt x="277" y="643"/>
                    </a:cubicBezTo>
                    <a:cubicBezTo>
                      <a:pt x="151" y="643"/>
                      <a:pt x="51" y="718"/>
                      <a:pt x="26" y="818"/>
                    </a:cubicBezTo>
                    <a:cubicBezTo>
                      <a:pt x="1" y="944"/>
                      <a:pt x="76" y="1044"/>
                      <a:pt x="201" y="1069"/>
                    </a:cubicBezTo>
                    <a:cubicBezTo>
                      <a:pt x="226" y="1069"/>
                      <a:pt x="1655" y="1270"/>
                      <a:pt x="3560" y="1270"/>
                    </a:cubicBezTo>
                    <a:cubicBezTo>
                      <a:pt x="5339" y="1270"/>
                      <a:pt x="7570" y="1094"/>
                      <a:pt x="9525" y="417"/>
                    </a:cubicBezTo>
                    <a:cubicBezTo>
                      <a:pt x="9625" y="367"/>
                      <a:pt x="9700" y="242"/>
                      <a:pt x="9650" y="142"/>
                    </a:cubicBezTo>
                    <a:cubicBezTo>
                      <a:pt x="9611" y="63"/>
                      <a:pt x="9541" y="0"/>
                      <a:pt x="9453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Google Shape;492;p31"/>
              <p:cNvSpPr/>
              <p:nvPr/>
            </p:nvSpPr>
            <p:spPr>
              <a:xfrm>
                <a:off x="1338987" y="3413625"/>
                <a:ext cx="79487" cy="66953"/>
              </a:xfrm>
              <a:custGeom>
                <a:avLst/>
                <a:gdLst/>
                <a:ahLst/>
                <a:cxnLst/>
                <a:rect l="l" t="t" r="r" b="b"/>
                <a:pathLst>
                  <a:path w="3710" h="3125" extrusionOk="0">
                    <a:moveTo>
                      <a:pt x="2572" y="1"/>
                    </a:moveTo>
                    <a:cubicBezTo>
                      <a:pt x="1681" y="1"/>
                      <a:pt x="510" y="241"/>
                      <a:pt x="201" y="293"/>
                    </a:cubicBezTo>
                    <a:cubicBezTo>
                      <a:pt x="75" y="318"/>
                      <a:pt x="0" y="443"/>
                      <a:pt x="25" y="543"/>
                    </a:cubicBezTo>
                    <a:cubicBezTo>
                      <a:pt x="47" y="652"/>
                      <a:pt x="145" y="723"/>
                      <a:pt x="236" y="723"/>
                    </a:cubicBezTo>
                    <a:cubicBezTo>
                      <a:pt x="249" y="723"/>
                      <a:pt x="263" y="722"/>
                      <a:pt x="276" y="719"/>
                    </a:cubicBezTo>
                    <a:cubicBezTo>
                      <a:pt x="1172" y="530"/>
                      <a:pt x="2067" y="420"/>
                      <a:pt x="2642" y="420"/>
                    </a:cubicBezTo>
                    <a:cubicBezTo>
                      <a:pt x="2984" y="420"/>
                      <a:pt x="3211" y="459"/>
                      <a:pt x="3258" y="543"/>
                    </a:cubicBezTo>
                    <a:cubicBezTo>
                      <a:pt x="3283" y="994"/>
                      <a:pt x="2582" y="2172"/>
                      <a:pt x="2130" y="2799"/>
                    </a:cubicBezTo>
                    <a:cubicBezTo>
                      <a:pt x="2055" y="2899"/>
                      <a:pt x="2080" y="3024"/>
                      <a:pt x="2181" y="3075"/>
                    </a:cubicBezTo>
                    <a:cubicBezTo>
                      <a:pt x="2206" y="3100"/>
                      <a:pt x="2256" y="3125"/>
                      <a:pt x="2306" y="3125"/>
                    </a:cubicBezTo>
                    <a:cubicBezTo>
                      <a:pt x="2356" y="3125"/>
                      <a:pt x="2431" y="3100"/>
                      <a:pt x="2456" y="3024"/>
                    </a:cubicBezTo>
                    <a:cubicBezTo>
                      <a:pt x="2607" y="2849"/>
                      <a:pt x="3709" y="1270"/>
                      <a:pt x="3684" y="518"/>
                    </a:cubicBezTo>
                    <a:cubicBezTo>
                      <a:pt x="3684" y="393"/>
                      <a:pt x="3609" y="293"/>
                      <a:pt x="3509" y="192"/>
                    </a:cubicBezTo>
                    <a:cubicBezTo>
                      <a:pt x="3328" y="51"/>
                      <a:pt x="2979" y="1"/>
                      <a:pt x="2572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Google Shape;493;p31"/>
              <p:cNvSpPr/>
              <p:nvPr/>
            </p:nvSpPr>
            <p:spPr>
              <a:xfrm>
                <a:off x="1154259" y="3371761"/>
                <a:ext cx="100976" cy="111496"/>
              </a:xfrm>
              <a:custGeom>
                <a:avLst/>
                <a:gdLst/>
                <a:ahLst/>
                <a:cxnLst/>
                <a:rect l="l" t="t" r="r" b="b"/>
                <a:pathLst>
                  <a:path w="4713" h="5204" extrusionOk="0">
                    <a:moveTo>
                      <a:pt x="3126" y="0"/>
                    </a:moveTo>
                    <a:cubicBezTo>
                      <a:pt x="3103" y="0"/>
                      <a:pt x="3080" y="5"/>
                      <a:pt x="3058" y="16"/>
                    </a:cubicBezTo>
                    <a:cubicBezTo>
                      <a:pt x="2933" y="41"/>
                      <a:pt x="2883" y="166"/>
                      <a:pt x="2908" y="267"/>
                    </a:cubicBezTo>
                    <a:cubicBezTo>
                      <a:pt x="3434" y="1795"/>
                      <a:pt x="3935" y="4352"/>
                      <a:pt x="3183" y="4753"/>
                    </a:cubicBezTo>
                    <a:cubicBezTo>
                      <a:pt x="3133" y="4778"/>
                      <a:pt x="3083" y="4790"/>
                      <a:pt x="3030" y="4790"/>
                    </a:cubicBezTo>
                    <a:cubicBezTo>
                      <a:pt x="2977" y="4790"/>
                      <a:pt x="2920" y="4778"/>
                      <a:pt x="2858" y="4753"/>
                    </a:cubicBezTo>
                    <a:cubicBezTo>
                      <a:pt x="1980" y="4427"/>
                      <a:pt x="802" y="1921"/>
                      <a:pt x="427" y="993"/>
                    </a:cubicBezTo>
                    <a:cubicBezTo>
                      <a:pt x="390" y="920"/>
                      <a:pt x="313" y="874"/>
                      <a:pt x="235" y="874"/>
                    </a:cubicBezTo>
                    <a:cubicBezTo>
                      <a:pt x="206" y="874"/>
                      <a:pt x="178" y="880"/>
                      <a:pt x="151" y="893"/>
                    </a:cubicBezTo>
                    <a:cubicBezTo>
                      <a:pt x="51" y="918"/>
                      <a:pt x="0" y="1044"/>
                      <a:pt x="51" y="1144"/>
                    </a:cubicBezTo>
                    <a:cubicBezTo>
                      <a:pt x="176" y="1520"/>
                      <a:pt x="1504" y="4678"/>
                      <a:pt x="2707" y="5154"/>
                    </a:cubicBezTo>
                    <a:cubicBezTo>
                      <a:pt x="2807" y="5179"/>
                      <a:pt x="2933" y="5204"/>
                      <a:pt x="3033" y="5204"/>
                    </a:cubicBezTo>
                    <a:cubicBezTo>
                      <a:pt x="3133" y="5204"/>
                      <a:pt x="3259" y="5179"/>
                      <a:pt x="3359" y="5129"/>
                    </a:cubicBezTo>
                    <a:cubicBezTo>
                      <a:pt x="4712" y="4452"/>
                      <a:pt x="3459" y="592"/>
                      <a:pt x="3309" y="141"/>
                    </a:cubicBezTo>
                    <a:cubicBezTo>
                      <a:pt x="3289" y="63"/>
                      <a:pt x="3208" y="0"/>
                      <a:pt x="3126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Google Shape;494;p31"/>
              <p:cNvSpPr/>
              <p:nvPr/>
            </p:nvSpPr>
            <p:spPr>
              <a:xfrm>
                <a:off x="1426509" y="3296387"/>
                <a:ext cx="74109" cy="108475"/>
              </a:xfrm>
              <a:custGeom>
                <a:avLst/>
                <a:gdLst/>
                <a:ahLst/>
                <a:cxnLst/>
                <a:rect l="l" t="t" r="r" b="b"/>
                <a:pathLst>
                  <a:path w="3459" h="5063" extrusionOk="0">
                    <a:moveTo>
                      <a:pt x="2532" y="0"/>
                    </a:moveTo>
                    <a:cubicBezTo>
                      <a:pt x="2406" y="25"/>
                      <a:pt x="2331" y="150"/>
                      <a:pt x="2356" y="251"/>
                    </a:cubicBezTo>
                    <a:cubicBezTo>
                      <a:pt x="2532" y="1153"/>
                      <a:pt x="2908" y="3659"/>
                      <a:pt x="2356" y="4436"/>
                    </a:cubicBezTo>
                    <a:cubicBezTo>
                      <a:pt x="2281" y="4562"/>
                      <a:pt x="2181" y="4612"/>
                      <a:pt x="2081" y="4637"/>
                    </a:cubicBezTo>
                    <a:cubicBezTo>
                      <a:pt x="2054" y="4641"/>
                      <a:pt x="2029" y="4643"/>
                      <a:pt x="2005" y="4643"/>
                    </a:cubicBezTo>
                    <a:cubicBezTo>
                      <a:pt x="1894" y="4643"/>
                      <a:pt x="1808" y="4598"/>
                      <a:pt x="1705" y="4536"/>
                    </a:cubicBezTo>
                    <a:cubicBezTo>
                      <a:pt x="978" y="3985"/>
                      <a:pt x="552" y="1805"/>
                      <a:pt x="426" y="1003"/>
                    </a:cubicBezTo>
                    <a:cubicBezTo>
                      <a:pt x="426" y="913"/>
                      <a:pt x="346" y="823"/>
                      <a:pt x="240" y="823"/>
                    </a:cubicBezTo>
                    <a:cubicBezTo>
                      <a:pt x="227" y="823"/>
                      <a:pt x="214" y="825"/>
                      <a:pt x="201" y="827"/>
                    </a:cubicBezTo>
                    <a:cubicBezTo>
                      <a:pt x="75" y="852"/>
                      <a:pt x="0" y="953"/>
                      <a:pt x="25" y="1053"/>
                    </a:cubicBezTo>
                    <a:cubicBezTo>
                      <a:pt x="25" y="1178"/>
                      <a:pt x="426" y="4110"/>
                      <a:pt x="1454" y="4862"/>
                    </a:cubicBezTo>
                    <a:cubicBezTo>
                      <a:pt x="1629" y="4988"/>
                      <a:pt x="1805" y="5063"/>
                      <a:pt x="2005" y="5063"/>
                    </a:cubicBezTo>
                    <a:cubicBezTo>
                      <a:pt x="2030" y="5063"/>
                      <a:pt x="2081" y="5063"/>
                      <a:pt x="2131" y="5038"/>
                    </a:cubicBezTo>
                    <a:cubicBezTo>
                      <a:pt x="2356" y="5013"/>
                      <a:pt x="2557" y="4887"/>
                      <a:pt x="2707" y="4662"/>
                    </a:cubicBezTo>
                    <a:cubicBezTo>
                      <a:pt x="3459" y="3584"/>
                      <a:pt x="2807" y="301"/>
                      <a:pt x="2757" y="176"/>
                    </a:cubicBezTo>
                    <a:cubicBezTo>
                      <a:pt x="2757" y="50"/>
                      <a:pt x="2632" y="0"/>
                      <a:pt x="2532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Google Shape;495;p31"/>
              <p:cNvSpPr/>
              <p:nvPr/>
            </p:nvSpPr>
            <p:spPr>
              <a:xfrm>
                <a:off x="1333395" y="3507918"/>
                <a:ext cx="153274" cy="126815"/>
              </a:xfrm>
              <a:custGeom>
                <a:avLst/>
                <a:gdLst/>
                <a:ahLst/>
                <a:cxnLst/>
                <a:rect l="l" t="t" r="r" b="b"/>
                <a:pathLst>
                  <a:path w="7154" h="5919" extrusionOk="0">
                    <a:moveTo>
                      <a:pt x="3793" y="0"/>
                    </a:moveTo>
                    <a:cubicBezTo>
                      <a:pt x="3785" y="0"/>
                      <a:pt x="3777" y="1"/>
                      <a:pt x="3770" y="2"/>
                    </a:cubicBezTo>
                    <a:cubicBezTo>
                      <a:pt x="3218" y="52"/>
                      <a:pt x="2918" y="1932"/>
                      <a:pt x="2918" y="1932"/>
                    </a:cubicBezTo>
                    <a:cubicBezTo>
                      <a:pt x="2918" y="1932"/>
                      <a:pt x="2199" y="877"/>
                      <a:pt x="1370" y="877"/>
                    </a:cubicBezTo>
                    <a:cubicBezTo>
                      <a:pt x="1352" y="877"/>
                      <a:pt x="1333" y="878"/>
                      <a:pt x="1314" y="879"/>
                    </a:cubicBezTo>
                    <a:cubicBezTo>
                      <a:pt x="487" y="904"/>
                      <a:pt x="361" y="3009"/>
                      <a:pt x="361" y="3009"/>
                    </a:cubicBezTo>
                    <a:cubicBezTo>
                      <a:pt x="0" y="4541"/>
                      <a:pt x="1540" y="5918"/>
                      <a:pt x="3158" y="5918"/>
                    </a:cubicBezTo>
                    <a:cubicBezTo>
                      <a:pt x="3896" y="5918"/>
                      <a:pt x="4651" y="5631"/>
                      <a:pt x="5249" y="4939"/>
                    </a:cubicBezTo>
                    <a:cubicBezTo>
                      <a:pt x="7153" y="2763"/>
                      <a:pt x="4396" y="0"/>
                      <a:pt x="3793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Google Shape;496;p31"/>
              <p:cNvSpPr/>
              <p:nvPr/>
            </p:nvSpPr>
            <p:spPr>
              <a:xfrm>
                <a:off x="1283667" y="3461232"/>
                <a:ext cx="175621" cy="140162"/>
              </a:xfrm>
              <a:custGeom>
                <a:avLst/>
                <a:gdLst/>
                <a:ahLst/>
                <a:cxnLst/>
                <a:rect l="l" t="t" r="r" b="b"/>
                <a:pathLst>
                  <a:path w="8197" h="6542" extrusionOk="0">
                    <a:moveTo>
                      <a:pt x="7996" y="0"/>
                    </a:moveTo>
                    <a:cubicBezTo>
                      <a:pt x="7870" y="0"/>
                      <a:pt x="7795" y="76"/>
                      <a:pt x="7770" y="201"/>
                    </a:cubicBezTo>
                    <a:cubicBezTo>
                      <a:pt x="7770" y="226"/>
                      <a:pt x="7595" y="4437"/>
                      <a:pt x="6066" y="5765"/>
                    </a:cubicBezTo>
                    <a:cubicBezTo>
                      <a:pt x="5787" y="6001"/>
                      <a:pt x="5472" y="6127"/>
                      <a:pt x="5135" y="6127"/>
                    </a:cubicBezTo>
                    <a:cubicBezTo>
                      <a:pt x="5078" y="6127"/>
                      <a:pt x="5021" y="6123"/>
                      <a:pt x="4963" y="6116"/>
                    </a:cubicBezTo>
                    <a:cubicBezTo>
                      <a:pt x="2306" y="5840"/>
                      <a:pt x="452" y="1228"/>
                      <a:pt x="427" y="1178"/>
                    </a:cubicBezTo>
                    <a:cubicBezTo>
                      <a:pt x="406" y="1095"/>
                      <a:pt x="316" y="1047"/>
                      <a:pt x="215" y="1047"/>
                    </a:cubicBezTo>
                    <a:cubicBezTo>
                      <a:pt x="194" y="1047"/>
                      <a:pt x="172" y="1049"/>
                      <a:pt x="151" y="1053"/>
                    </a:cubicBezTo>
                    <a:cubicBezTo>
                      <a:pt x="51" y="1103"/>
                      <a:pt x="1" y="1228"/>
                      <a:pt x="51" y="1329"/>
                    </a:cubicBezTo>
                    <a:cubicBezTo>
                      <a:pt x="126" y="1529"/>
                      <a:pt x="2031" y="6241"/>
                      <a:pt x="4913" y="6542"/>
                    </a:cubicBezTo>
                    <a:lnTo>
                      <a:pt x="5113" y="6542"/>
                    </a:lnTo>
                    <a:cubicBezTo>
                      <a:pt x="5565" y="6542"/>
                      <a:pt x="5966" y="6391"/>
                      <a:pt x="6341" y="6066"/>
                    </a:cubicBezTo>
                    <a:cubicBezTo>
                      <a:pt x="7996" y="4637"/>
                      <a:pt x="8196" y="376"/>
                      <a:pt x="8196" y="201"/>
                    </a:cubicBezTo>
                    <a:cubicBezTo>
                      <a:pt x="8196" y="101"/>
                      <a:pt x="8121" y="0"/>
                      <a:pt x="7996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Google Shape;497;p31"/>
              <p:cNvSpPr/>
              <p:nvPr/>
            </p:nvSpPr>
            <p:spPr>
              <a:xfrm>
                <a:off x="993698" y="3020131"/>
                <a:ext cx="552572" cy="334123"/>
              </a:xfrm>
              <a:custGeom>
                <a:avLst/>
                <a:gdLst/>
                <a:ahLst/>
                <a:cxnLst/>
                <a:rect l="l" t="t" r="r" b="b"/>
                <a:pathLst>
                  <a:path w="25791" h="15595" extrusionOk="0">
                    <a:moveTo>
                      <a:pt x="12095" y="0"/>
                    </a:moveTo>
                    <a:cubicBezTo>
                      <a:pt x="3457" y="0"/>
                      <a:pt x="1" y="4623"/>
                      <a:pt x="1" y="4623"/>
                    </a:cubicBezTo>
                    <a:cubicBezTo>
                      <a:pt x="1" y="4623"/>
                      <a:pt x="602" y="14924"/>
                      <a:pt x="1379" y="15476"/>
                    </a:cubicBezTo>
                    <a:cubicBezTo>
                      <a:pt x="1499" y="15558"/>
                      <a:pt x="1758" y="15594"/>
                      <a:pt x="2114" y="15594"/>
                    </a:cubicBezTo>
                    <a:cubicBezTo>
                      <a:pt x="4147" y="15594"/>
                      <a:pt x="9325" y="14400"/>
                      <a:pt x="9474" y="13696"/>
                    </a:cubicBezTo>
                    <a:cubicBezTo>
                      <a:pt x="9642" y="12880"/>
                      <a:pt x="9144" y="8154"/>
                      <a:pt x="9300" y="8154"/>
                    </a:cubicBezTo>
                    <a:cubicBezTo>
                      <a:pt x="9306" y="8154"/>
                      <a:pt x="9315" y="8163"/>
                      <a:pt x="9324" y="8182"/>
                    </a:cubicBezTo>
                    <a:cubicBezTo>
                      <a:pt x="9571" y="8626"/>
                      <a:pt x="10473" y="13248"/>
                      <a:pt x="11243" y="13248"/>
                    </a:cubicBezTo>
                    <a:cubicBezTo>
                      <a:pt x="11255" y="13248"/>
                      <a:pt x="11267" y="13247"/>
                      <a:pt x="11279" y="13245"/>
                    </a:cubicBezTo>
                    <a:cubicBezTo>
                      <a:pt x="12031" y="13095"/>
                      <a:pt x="18547" y="11967"/>
                      <a:pt x="18647" y="11616"/>
                    </a:cubicBezTo>
                    <a:cubicBezTo>
                      <a:pt x="18748" y="11265"/>
                      <a:pt x="18096" y="6604"/>
                      <a:pt x="18096" y="6603"/>
                    </a:cubicBezTo>
                    <a:lnTo>
                      <a:pt x="18096" y="6603"/>
                    </a:lnTo>
                    <a:cubicBezTo>
                      <a:pt x="18096" y="6604"/>
                      <a:pt x="20225" y="10614"/>
                      <a:pt x="21088" y="10614"/>
                    </a:cubicBezTo>
                    <a:cubicBezTo>
                      <a:pt x="21093" y="10614"/>
                      <a:pt x="21098" y="10614"/>
                      <a:pt x="21104" y="10613"/>
                    </a:cubicBezTo>
                    <a:cubicBezTo>
                      <a:pt x="21981" y="10563"/>
                      <a:pt x="24938" y="9110"/>
                      <a:pt x="25364" y="8734"/>
                    </a:cubicBezTo>
                    <a:cubicBezTo>
                      <a:pt x="25790" y="8358"/>
                      <a:pt x="24362" y="914"/>
                      <a:pt x="14186" y="87"/>
                    </a:cubicBezTo>
                    <a:cubicBezTo>
                      <a:pt x="13458" y="28"/>
                      <a:pt x="12761" y="0"/>
                      <a:pt x="12095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Google Shape;498;p31"/>
              <p:cNvSpPr/>
              <p:nvPr/>
            </p:nvSpPr>
            <p:spPr>
              <a:xfrm>
                <a:off x="855699" y="3407177"/>
                <a:ext cx="236832" cy="156381"/>
              </a:xfrm>
              <a:custGeom>
                <a:avLst/>
                <a:gdLst/>
                <a:ahLst/>
                <a:cxnLst/>
                <a:rect l="l" t="t" r="r" b="b"/>
                <a:pathLst>
                  <a:path w="11054" h="7299" extrusionOk="0">
                    <a:moveTo>
                      <a:pt x="3480" y="0"/>
                    </a:moveTo>
                    <a:cubicBezTo>
                      <a:pt x="2714" y="0"/>
                      <a:pt x="1965" y="401"/>
                      <a:pt x="1429" y="1596"/>
                    </a:cubicBezTo>
                    <a:cubicBezTo>
                      <a:pt x="1" y="4855"/>
                      <a:pt x="4138" y="7299"/>
                      <a:pt x="7114" y="7299"/>
                    </a:cubicBezTo>
                    <a:cubicBezTo>
                      <a:pt x="7480" y="7299"/>
                      <a:pt x="7828" y="7262"/>
                      <a:pt x="8146" y="7185"/>
                    </a:cubicBezTo>
                    <a:cubicBezTo>
                      <a:pt x="11053" y="6508"/>
                      <a:pt x="6667" y="1671"/>
                      <a:pt x="6667" y="1671"/>
                    </a:cubicBezTo>
                    <a:cubicBezTo>
                      <a:pt x="6667" y="1671"/>
                      <a:pt x="5041" y="0"/>
                      <a:pt x="3480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Google Shape;499;p31"/>
              <p:cNvSpPr/>
              <p:nvPr/>
            </p:nvSpPr>
            <p:spPr>
              <a:xfrm>
                <a:off x="911019" y="3429951"/>
                <a:ext cx="90221" cy="101105"/>
              </a:xfrm>
              <a:custGeom>
                <a:avLst/>
                <a:gdLst/>
                <a:ahLst/>
                <a:cxnLst/>
                <a:rect l="l" t="t" r="r" b="b"/>
                <a:pathLst>
                  <a:path w="4211" h="4719" extrusionOk="0">
                    <a:moveTo>
                      <a:pt x="799" y="0"/>
                    </a:moveTo>
                    <a:cubicBezTo>
                      <a:pt x="711" y="0"/>
                      <a:pt x="618" y="49"/>
                      <a:pt x="576" y="132"/>
                    </a:cubicBezTo>
                    <a:cubicBezTo>
                      <a:pt x="100" y="1385"/>
                      <a:pt x="0" y="3140"/>
                      <a:pt x="777" y="4067"/>
                    </a:cubicBezTo>
                    <a:cubicBezTo>
                      <a:pt x="1053" y="4393"/>
                      <a:pt x="1504" y="4719"/>
                      <a:pt x="2231" y="4719"/>
                    </a:cubicBezTo>
                    <a:cubicBezTo>
                      <a:pt x="2431" y="4719"/>
                      <a:pt x="2632" y="4693"/>
                      <a:pt x="2832" y="4643"/>
                    </a:cubicBezTo>
                    <a:cubicBezTo>
                      <a:pt x="3860" y="4443"/>
                      <a:pt x="4211" y="3816"/>
                      <a:pt x="4186" y="3315"/>
                    </a:cubicBezTo>
                    <a:cubicBezTo>
                      <a:pt x="4160" y="2839"/>
                      <a:pt x="3810" y="2438"/>
                      <a:pt x="3383" y="2388"/>
                    </a:cubicBezTo>
                    <a:cubicBezTo>
                      <a:pt x="3365" y="2386"/>
                      <a:pt x="3344" y="2385"/>
                      <a:pt x="3321" y="2385"/>
                    </a:cubicBezTo>
                    <a:cubicBezTo>
                      <a:pt x="3040" y="2385"/>
                      <a:pt x="2482" y="2563"/>
                      <a:pt x="2180" y="3791"/>
                    </a:cubicBezTo>
                    <a:cubicBezTo>
                      <a:pt x="2155" y="3891"/>
                      <a:pt x="2231" y="4017"/>
                      <a:pt x="2331" y="4042"/>
                    </a:cubicBezTo>
                    <a:cubicBezTo>
                      <a:pt x="2347" y="4045"/>
                      <a:pt x="2363" y="4047"/>
                      <a:pt x="2379" y="4047"/>
                    </a:cubicBezTo>
                    <a:cubicBezTo>
                      <a:pt x="2481" y="4047"/>
                      <a:pt x="2560" y="3979"/>
                      <a:pt x="2581" y="3891"/>
                    </a:cubicBezTo>
                    <a:cubicBezTo>
                      <a:pt x="2798" y="3098"/>
                      <a:pt x="3083" y="2812"/>
                      <a:pt x="3327" y="2812"/>
                    </a:cubicBezTo>
                    <a:cubicBezTo>
                      <a:pt x="3338" y="2812"/>
                      <a:pt x="3348" y="2813"/>
                      <a:pt x="3358" y="2814"/>
                    </a:cubicBezTo>
                    <a:cubicBezTo>
                      <a:pt x="3559" y="2814"/>
                      <a:pt x="3759" y="3064"/>
                      <a:pt x="3759" y="3340"/>
                    </a:cubicBezTo>
                    <a:cubicBezTo>
                      <a:pt x="3784" y="3766"/>
                      <a:pt x="3409" y="4117"/>
                      <a:pt x="2757" y="4242"/>
                    </a:cubicBezTo>
                    <a:cubicBezTo>
                      <a:pt x="2573" y="4280"/>
                      <a:pt x="2401" y="4299"/>
                      <a:pt x="2240" y="4299"/>
                    </a:cubicBezTo>
                    <a:cubicBezTo>
                      <a:pt x="1763" y="4299"/>
                      <a:pt x="1384" y="4135"/>
                      <a:pt x="1103" y="3816"/>
                    </a:cubicBezTo>
                    <a:cubicBezTo>
                      <a:pt x="426" y="2989"/>
                      <a:pt x="526" y="1385"/>
                      <a:pt x="977" y="282"/>
                    </a:cubicBezTo>
                    <a:cubicBezTo>
                      <a:pt x="1003" y="182"/>
                      <a:pt x="952" y="57"/>
                      <a:pt x="852" y="7"/>
                    </a:cubicBezTo>
                    <a:cubicBezTo>
                      <a:pt x="835" y="2"/>
                      <a:pt x="817" y="0"/>
                      <a:pt x="799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Google Shape;500;p31"/>
              <p:cNvSpPr/>
              <p:nvPr/>
            </p:nvSpPr>
            <p:spPr>
              <a:xfrm>
                <a:off x="667757" y="2954163"/>
                <a:ext cx="304492" cy="297293"/>
              </a:xfrm>
              <a:custGeom>
                <a:avLst/>
                <a:gdLst/>
                <a:ahLst/>
                <a:cxnLst/>
                <a:rect l="l" t="t" r="r" b="b"/>
                <a:pathLst>
                  <a:path w="14212" h="13876" extrusionOk="0">
                    <a:moveTo>
                      <a:pt x="7117" y="1"/>
                    </a:moveTo>
                    <a:cubicBezTo>
                      <a:pt x="7009" y="1"/>
                      <a:pt x="6901" y="3"/>
                      <a:pt x="6793" y="8"/>
                    </a:cubicBezTo>
                    <a:cubicBezTo>
                      <a:pt x="2958" y="184"/>
                      <a:pt x="1" y="3442"/>
                      <a:pt x="176" y="7251"/>
                    </a:cubicBezTo>
                    <a:cubicBezTo>
                      <a:pt x="346" y="10977"/>
                      <a:pt x="3428" y="13875"/>
                      <a:pt x="7120" y="13875"/>
                    </a:cubicBezTo>
                    <a:cubicBezTo>
                      <a:pt x="7228" y="13875"/>
                      <a:pt x="7336" y="13873"/>
                      <a:pt x="7444" y="13868"/>
                    </a:cubicBezTo>
                    <a:cubicBezTo>
                      <a:pt x="11254" y="13692"/>
                      <a:pt x="14211" y="10434"/>
                      <a:pt x="14036" y="6625"/>
                    </a:cubicBezTo>
                    <a:cubicBezTo>
                      <a:pt x="13865" y="2899"/>
                      <a:pt x="10808" y="1"/>
                      <a:pt x="7117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Google Shape;501;p31"/>
              <p:cNvSpPr/>
              <p:nvPr/>
            </p:nvSpPr>
            <p:spPr>
              <a:xfrm>
                <a:off x="1318569" y="2855372"/>
                <a:ext cx="304492" cy="297272"/>
              </a:xfrm>
              <a:custGeom>
                <a:avLst/>
                <a:gdLst/>
                <a:ahLst/>
                <a:cxnLst/>
                <a:rect l="l" t="t" r="r" b="b"/>
                <a:pathLst>
                  <a:path w="14212" h="13875" extrusionOk="0">
                    <a:moveTo>
                      <a:pt x="7115" y="0"/>
                    </a:moveTo>
                    <a:cubicBezTo>
                      <a:pt x="7008" y="0"/>
                      <a:pt x="6900" y="3"/>
                      <a:pt x="6793" y="8"/>
                    </a:cubicBezTo>
                    <a:cubicBezTo>
                      <a:pt x="2958" y="183"/>
                      <a:pt x="1" y="3441"/>
                      <a:pt x="176" y="7251"/>
                    </a:cubicBezTo>
                    <a:cubicBezTo>
                      <a:pt x="347" y="10977"/>
                      <a:pt x="3428" y="13875"/>
                      <a:pt x="7120" y="13875"/>
                    </a:cubicBezTo>
                    <a:cubicBezTo>
                      <a:pt x="7228" y="13875"/>
                      <a:pt x="7336" y="13872"/>
                      <a:pt x="7444" y="13867"/>
                    </a:cubicBezTo>
                    <a:cubicBezTo>
                      <a:pt x="11254" y="13692"/>
                      <a:pt x="14211" y="10434"/>
                      <a:pt x="14036" y="6599"/>
                    </a:cubicBezTo>
                    <a:cubicBezTo>
                      <a:pt x="13865" y="2897"/>
                      <a:pt x="10784" y="0"/>
                      <a:pt x="7115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Google Shape;502;p31"/>
              <p:cNvSpPr/>
              <p:nvPr/>
            </p:nvSpPr>
            <p:spPr>
              <a:xfrm>
                <a:off x="940028" y="3150825"/>
                <a:ext cx="106868" cy="322275"/>
              </a:xfrm>
              <a:custGeom>
                <a:avLst/>
                <a:gdLst/>
                <a:ahLst/>
                <a:cxnLst/>
                <a:rect l="l" t="t" r="r" b="b"/>
                <a:pathLst>
                  <a:path w="4988" h="15042" extrusionOk="0">
                    <a:moveTo>
                      <a:pt x="4255" y="0"/>
                    </a:moveTo>
                    <a:cubicBezTo>
                      <a:pt x="2921" y="0"/>
                      <a:pt x="112" y="2165"/>
                      <a:pt x="75" y="6193"/>
                    </a:cubicBezTo>
                    <a:cubicBezTo>
                      <a:pt x="1" y="12800"/>
                      <a:pt x="2874" y="15042"/>
                      <a:pt x="3999" y="15042"/>
                    </a:cubicBezTo>
                    <a:cubicBezTo>
                      <a:pt x="4405" y="15042"/>
                      <a:pt x="4583" y="14749"/>
                      <a:pt x="4310" y="14263"/>
                    </a:cubicBezTo>
                    <a:cubicBezTo>
                      <a:pt x="3283" y="12408"/>
                      <a:pt x="4937" y="754"/>
                      <a:pt x="4937" y="754"/>
                    </a:cubicBezTo>
                    <a:cubicBezTo>
                      <a:pt x="4987" y="247"/>
                      <a:pt x="4705" y="0"/>
                      <a:pt x="4255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Google Shape;503;p31"/>
              <p:cNvSpPr/>
              <p:nvPr/>
            </p:nvSpPr>
            <p:spPr>
              <a:xfrm>
                <a:off x="1091440" y="3495555"/>
                <a:ext cx="105261" cy="103204"/>
              </a:xfrm>
              <a:custGeom>
                <a:avLst/>
                <a:gdLst/>
                <a:ahLst/>
                <a:cxnLst/>
                <a:rect l="l" t="t" r="r" b="b"/>
                <a:pathLst>
                  <a:path w="4913" h="4817" extrusionOk="0">
                    <a:moveTo>
                      <a:pt x="2424" y="1"/>
                    </a:moveTo>
                    <a:cubicBezTo>
                      <a:pt x="2393" y="1"/>
                      <a:pt x="2362" y="1"/>
                      <a:pt x="2331" y="2"/>
                    </a:cubicBezTo>
                    <a:cubicBezTo>
                      <a:pt x="1003" y="78"/>
                      <a:pt x="0" y="1205"/>
                      <a:pt x="50" y="2509"/>
                    </a:cubicBezTo>
                    <a:cubicBezTo>
                      <a:pt x="124" y="3806"/>
                      <a:pt x="1177" y="4816"/>
                      <a:pt x="2463" y="4816"/>
                    </a:cubicBezTo>
                    <a:cubicBezTo>
                      <a:pt x="2494" y="4816"/>
                      <a:pt x="2525" y="4816"/>
                      <a:pt x="2557" y="4814"/>
                    </a:cubicBezTo>
                    <a:cubicBezTo>
                      <a:pt x="3885" y="4739"/>
                      <a:pt x="4912" y="3611"/>
                      <a:pt x="4837" y="2308"/>
                    </a:cubicBezTo>
                    <a:cubicBezTo>
                      <a:pt x="4788" y="1011"/>
                      <a:pt x="3712" y="1"/>
                      <a:pt x="242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Google Shape;504;p31"/>
              <p:cNvSpPr/>
              <p:nvPr/>
            </p:nvSpPr>
            <p:spPr>
              <a:xfrm>
                <a:off x="1487721" y="3410133"/>
                <a:ext cx="105797" cy="102754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796" extrusionOk="0">
                    <a:moveTo>
                      <a:pt x="2493" y="1"/>
                    </a:moveTo>
                    <a:cubicBezTo>
                      <a:pt x="2448" y="1"/>
                      <a:pt x="2402" y="2"/>
                      <a:pt x="2356" y="4"/>
                    </a:cubicBezTo>
                    <a:cubicBezTo>
                      <a:pt x="1028" y="55"/>
                      <a:pt x="0" y="1182"/>
                      <a:pt x="76" y="2511"/>
                    </a:cubicBezTo>
                    <a:cubicBezTo>
                      <a:pt x="124" y="3793"/>
                      <a:pt x="1177" y="4795"/>
                      <a:pt x="2445" y="4795"/>
                    </a:cubicBezTo>
                    <a:cubicBezTo>
                      <a:pt x="2490" y="4795"/>
                      <a:pt x="2536" y="4794"/>
                      <a:pt x="2582" y="4791"/>
                    </a:cubicBezTo>
                    <a:cubicBezTo>
                      <a:pt x="3910" y="4741"/>
                      <a:pt x="4938" y="3613"/>
                      <a:pt x="4863" y="2285"/>
                    </a:cubicBezTo>
                    <a:cubicBezTo>
                      <a:pt x="4814" y="1003"/>
                      <a:pt x="3761" y="1"/>
                      <a:pt x="2493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Google Shape;505;p31"/>
              <p:cNvSpPr/>
              <p:nvPr/>
            </p:nvSpPr>
            <p:spPr>
              <a:xfrm>
                <a:off x="845500" y="3081450"/>
                <a:ext cx="139091" cy="192397"/>
              </a:xfrm>
              <a:custGeom>
                <a:avLst/>
                <a:gdLst/>
                <a:ahLst/>
                <a:cxnLst/>
                <a:rect l="l" t="t" r="r" b="b"/>
                <a:pathLst>
                  <a:path w="6492" h="8980" extrusionOk="0">
                    <a:moveTo>
                      <a:pt x="6253" y="1"/>
                    </a:moveTo>
                    <a:cubicBezTo>
                      <a:pt x="6233" y="1"/>
                      <a:pt x="6212" y="3"/>
                      <a:pt x="6191" y="7"/>
                    </a:cubicBezTo>
                    <a:cubicBezTo>
                      <a:pt x="6015" y="82"/>
                      <a:pt x="2056" y="1536"/>
                      <a:pt x="25" y="8704"/>
                    </a:cubicBezTo>
                    <a:cubicBezTo>
                      <a:pt x="0" y="8829"/>
                      <a:pt x="50" y="8929"/>
                      <a:pt x="176" y="8979"/>
                    </a:cubicBezTo>
                    <a:lnTo>
                      <a:pt x="226" y="8979"/>
                    </a:lnTo>
                    <a:cubicBezTo>
                      <a:pt x="326" y="8979"/>
                      <a:pt x="401" y="8929"/>
                      <a:pt x="426" y="8829"/>
                    </a:cubicBezTo>
                    <a:cubicBezTo>
                      <a:pt x="2381" y="1887"/>
                      <a:pt x="6291" y="433"/>
                      <a:pt x="6341" y="408"/>
                    </a:cubicBezTo>
                    <a:cubicBezTo>
                      <a:pt x="6441" y="358"/>
                      <a:pt x="6492" y="258"/>
                      <a:pt x="6467" y="132"/>
                    </a:cubicBezTo>
                    <a:cubicBezTo>
                      <a:pt x="6425" y="49"/>
                      <a:pt x="6349" y="1"/>
                      <a:pt x="6253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31"/>
              <p:cNvSpPr/>
              <p:nvPr/>
            </p:nvSpPr>
            <p:spPr>
              <a:xfrm>
                <a:off x="1333074" y="3004212"/>
                <a:ext cx="198160" cy="119809"/>
              </a:xfrm>
              <a:custGeom>
                <a:avLst/>
                <a:gdLst/>
                <a:ahLst/>
                <a:cxnLst/>
                <a:rect l="l" t="t" r="r" b="b"/>
                <a:pathLst>
                  <a:path w="9249" h="5592" extrusionOk="0">
                    <a:moveTo>
                      <a:pt x="1847" y="0"/>
                    </a:moveTo>
                    <a:cubicBezTo>
                      <a:pt x="863" y="0"/>
                      <a:pt x="200" y="178"/>
                      <a:pt x="176" y="178"/>
                    </a:cubicBezTo>
                    <a:cubicBezTo>
                      <a:pt x="76" y="229"/>
                      <a:pt x="0" y="329"/>
                      <a:pt x="25" y="454"/>
                    </a:cubicBezTo>
                    <a:cubicBezTo>
                      <a:pt x="65" y="532"/>
                      <a:pt x="134" y="595"/>
                      <a:pt x="223" y="595"/>
                    </a:cubicBezTo>
                    <a:cubicBezTo>
                      <a:pt x="247" y="595"/>
                      <a:pt x="274" y="590"/>
                      <a:pt x="301" y="579"/>
                    </a:cubicBezTo>
                    <a:cubicBezTo>
                      <a:pt x="374" y="563"/>
                      <a:pt x="996" y="398"/>
                      <a:pt x="1900" y="398"/>
                    </a:cubicBezTo>
                    <a:cubicBezTo>
                      <a:pt x="3793" y="398"/>
                      <a:pt x="6922" y="1124"/>
                      <a:pt x="8822" y="5467"/>
                    </a:cubicBezTo>
                    <a:cubicBezTo>
                      <a:pt x="8873" y="5542"/>
                      <a:pt x="8948" y="5592"/>
                      <a:pt x="9023" y="5592"/>
                    </a:cubicBezTo>
                    <a:cubicBezTo>
                      <a:pt x="9048" y="5592"/>
                      <a:pt x="9073" y="5592"/>
                      <a:pt x="9098" y="5567"/>
                    </a:cubicBezTo>
                    <a:cubicBezTo>
                      <a:pt x="9198" y="5517"/>
                      <a:pt x="9249" y="5417"/>
                      <a:pt x="9223" y="5291"/>
                    </a:cubicBezTo>
                    <a:cubicBezTo>
                      <a:pt x="7220" y="746"/>
                      <a:pt x="3860" y="0"/>
                      <a:pt x="1847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31"/>
              <p:cNvSpPr/>
              <p:nvPr/>
            </p:nvSpPr>
            <p:spPr>
              <a:xfrm>
                <a:off x="593111" y="3898862"/>
                <a:ext cx="692713" cy="718337"/>
              </a:xfrm>
              <a:custGeom>
                <a:avLst/>
                <a:gdLst/>
                <a:ahLst/>
                <a:cxnLst/>
                <a:rect l="l" t="t" r="r" b="b"/>
                <a:pathLst>
                  <a:path w="32332" h="33528" extrusionOk="0">
                    <a:moveTo>
                      <a:pt x="13986" y="1"/>
                    </a:moveTo>
                    <a:cubicBezTo>
                      <a:pt x="10928" y="1"/>
                      <a:pt x="1" y="3735"/>
                      <a:pt x="1053" y="15214"/>
                    </a:cubicBezTo>
                    <a:cubicBezTo>
                      <a:pt x="1429" y="19449"/>
                      <a:pt x="4988" y="32382"/>
                      <a:pt x="11680" y="33359"/>
                    </a:cubicBezTo>
                    <a:cubicBezTo>
                      <a:pt x="12445" y="33473"/>
                      <a:pt x="13186" y="33528"/>
                      <a:pt x="13901" y="33528"/>
                    </a:cubicBezTo>
                    <a:cubicBezTo>
                      <a:pt x="27623" y="33528"/>
                      <a:pt x="32332" y="13560"/>
                      <a:pt x="32332" y="13560"/>
                    </a:cubicBezTo>
                    <a:lnTo>
                      <a:pt x="29149" y="6166"/>
                    </a:lnTo>
                    <a:cubicBezTo>
                      <a:pt x="29149" y="6166"/>
                      <a:pt x="20340" y="13340"/>
                      <a:pt x="14550" y="18746"/>
                    </a:cubicBezTo>
                    <a:lnTo>
                      <a:pt x="14550" y="18746"/>
                    </a:lnTo>
                    <a:cubicBezTo>
                      <a:pt x="16074" y="11445"/>
                      <a:pt x="13986" y="1"/>
                      <a:pt x="13986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31"/>
              <p:cNvSpPr/>
              <p:nvPr/>
            </p:nvSpPr>
            <p:spPr>
              <a:xfrm>
                <a:off x="1527464" y="3898262"/>
                <a:ext cx="533225" cy="597372"/>
              </a:xfrm>
              <a:custGeom>
                <a:avLst/>
                <a:gdLst/>
                <a:ahLst/>
                <a:cxnLst/>
                <a:rect l="l" t="t" r="r" b="b"/>
                <a:pathLst>
                  <a:path w="24888" h="27882" extrusionOk="0">
                    <a:moveTo>
                      <a:pt x="7342" y="1"/>
                    </a:moveTo>
                    <a:cubicBezTo>
                      <a:pt x="6079" y="1"/>
                      <a:pt x="6229" y="6206"/>
                      <a:pt x="7426" y="12534"/>
                    </a:cubicBezTo>
                    <a:lnTo>
                      <a:pt x="7426" y="12534"/>
                    </a:lnTo>
                    <a:cubicBezTo>
                      <a:pt x="3967" y="9481"/>
                      <a:pt x="827" y="7121"/>
                      <a:pt x="827" y="7121"/>
                    </a:cubicBezTo>
                    <a:cubicBezTo>
                      <a:pt x="827" y="7121"/>
                      <a:pt x="0" y="15392"/>
                      <a:pt x="551" y="16495"/>
                    </a:cubicBezTo>
                    <a:cubicBezTo>
                      <a:pt x="1012" y="17417"/>
                      <a:pt x="7987" y="27882"/>
                      <a:pt x="14319" y="27882"/>
                    </a:cubicBezTo>
                    <a:cubicBezTo>
                      <a:pt x="15562" y="27882"/>
                      <a:pt x="16781" y="27478"/>
                      <a:pt x="17920" y="26520"/>
                    </a:cubicBezTo>
                    <a:cubicBezTo>
                      <a:pt x="24887" y="20680"/>
                      <a:pt x="16717" y="6896"/>
                      <a:pt x="15288" y="4540"/>
                    </a:cubicBezTo>
                    <a:cubicBezTo>
                      <a:pt x="12933" y="630"/>
                      <a:pt x="10501" y="1056"/>
                      <a:pt x="7494" y="29"/>
                    </a:cubicBezTo>
                    <a:cubicBezTo>
                      <a:pt x="7441" y="10"/>
                      <a:pt x="7391" y="1"/>
                      <a:pt x="7342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31"/>
              <p:cNvSpPr/>
              <p:nvPr/>
            </p:nvSpPr>
            <p:spPr>
              <a:xfrm>
                <a:off x="838516" y="4189109"/>
                <a:ext cx="189033" cy="227962"/>
              </a:xfrm>
              <a:custGeom>
                <a:avLst/>
                <a:gdLst/>
                <a:ahLst/>
                <a:cxnLst/>
                <a:rect l="l" t="t" r="r" b="b"/>
                <a:pathLst>
                  <a:path w="8823" h="10640" extrusionOk="0">
                    <a:moveTo>
                      <a:pt x="8570" y="0"/>
                    </a:moveTo>
                    <a:cubicBezTo>
                      <a:pt x="8533" y="0"/>
                      <a:pt x="8498" y="11"/>
                      <a:pt x="8472" y="38"/>
                    </a:cubicBezTo>
                    <a:cubicBezTo>
                      <a:pt x="1579" y="4399"/>
                      <a:pt x="51" y="10313"/>
                      <a:pt x="26" y="10389"/>
                    </a:cubicBezTo>
                    <a:cubicBezTo>
                      <a:pt x="1" y="10489"/>
                      <a:pt x="76" y="10614"/>
                      <a:pt x="176" y="10639"/>
                    </a:cubicBezTo>
                    <a:lnTo>
                      <a:pt x="226" y="10639"/>
                    </a:lnTo>
                    <a:cubicBezTo>
                      <a:pt x="326" y="10639"/>
                      <a:pt x="402" y="10589"/>
                      <a:pt x="427" y="10489"/>
                    </a:cubicBezTo>
                    <a:cubicBezTo>
                      <a:pt x="452" y="10414"/>
                      <a:pt x="1955" y="4674"/>
                      <a:pt x="8697" y="388"/>
                    </a:cubicBezTo>
                    <a:cubicBezTo>
                      <a:pt x="8773" y="313"/>
                      <a:pt x="8823" y="188"/>
                      <a:pt x="8747" y="88"/>
                    </a:cubicBezTo>
                    <a:cubicBezTo>
                      <a:pt x="8715" y="39"/>
                      <a:pt x="8640" y="0"/>
                      <a:pt x="8570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31"/>
              <p:cNvSpPr/>
              <p:nvPr/>
            </p:nvSpPr>
            <p:spPr>
              <a:xfrm>
                <a:off x="1652031" y="4135503"/>
                <a:ext cx="223934" cy="277261"/>
              </a:xfrm>
              <a:custGeom>
                <a:avLst/>
                <a:gdLst/>
                <a:ahLst/>
                <a:cxnLst/>
                <a:rect l="l" t="t" r="r" b="b"/>
                <a:pathLst>
                  <a:path w="10452" h="12941" extrusionOk="0">
                    <a:moveTo>
                      <a:pt x="219" y="0"/>
                    </a:moveTo>
                    <a:cubicBezTo>
                      <a:pt x="156" y="0"/>
                      <a:pt x="95" y="25"/>
                      <a:pt x="51" y="83"/>
                    </a:cubicBezTo>
                    <a:cubicBezTo>
                      <a:pt x="1" y="184"/>
                      <a:pt x="1" y="309"/>
                      <a:pt x="101" y="384"/>
                    </a:cubicBezTo>
                    <a:cubicBezTo>
                      <a:pt x="201" y="434"/>
                      <a:pt x="9424" y="7076"/>
                      <a:pt x="10026" y="12740"/>
                    </a:cubicBezTo>
                    <a:cubicBezTo>
                      <a:pt x="10051" y="12865"/>
                      <a:pt x="10126" y="12941"/>
                      <a:pt x="10251" y="12941"/>
                    </a:cubicBezTo>
                    <a:cubicBezTo>
                      <a:pt x="10377" y="12916"/>
                      <a:pt x="10452" y="12815"/>
                      <a:pt x="10452" y="12715"/>
                    </a:cubicBezTo>
                    <a:cubicBezTo>
                      <a:pt x="10176" y="10234"/>
                      <a:pt x="8397" y="7352"/>
                      <a:pt x="5139" y="4119"/>
                    </a:cubicBezTo>
                    <a:cubicBezTo>
                      <a:pt x="2733" y="1738"/>
                      <a:pt x="377" y="58"/>
                      <a:pt x="352" y="33"/>
                    </a:cubicBezTo>
                    <a:cubicBezTo>
                      <a:pt x="310" y="13"/>
                      <a:pt x="264" y="0"/>
                      <a:pt x="219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31"/>
              <p:cNvSpPr/>
              <p:nvPr/>
            </p:nvSpPr>
            <p:spPr>
              <a:xfrm>
                <a:off x="1246623" y="4102123"/>
                <a:ext cx="366239" cy="267470"/>
              </a:xfrm>
              <a:custGeom>
                <a:avLst/>
                <a:gdLst/>
                <a:ahLst/>
                <a:cxnLst/>
                <a:rect l="l" t="t" r="r" b="b"/>
                <a:pathLst>
                  <a:path w="17094" h="12484" extrusionOk="0">
                    <a:moveTo>
                      <a:pt x="10050" y="1"/>
                    </a:moveTo>
                    <a:cubicBezTo>
                      <a:pt x="7720" y="1"/>
                      <a:pt x="5258" y="432"/>
                      <a:pt x="3634" y="1742"/>
                    </a:cubicBezTo>
                    <a:cubicBezTo>
                      <a:pt x="3634" y="1742"/>
                      <a:pt x="0" y="8208"/>
                      <a:pt x="1253" y="9561"/>
                    </a:cubicBezTo>
                    <a:cubicBezTo>
                      <a:pt x="1538" y="9868"/>
                      <a:pt x="1838" y="9987"/>
                      <a:pt x="2131" y="9987"/>
                    </a:cubicBezTo>
                    <a:cubicBezTo>
                      <a:pt x="3106" y="9987"/>
                      <a:pt x="4012" y="8680"/>
                      <a:pt x="4059" y="8612"/>
                    </a:cubicBezTo>
                    <a:lnTo>
                      <a:pt x="4059" y="8612"/>
                    </a:lnTo>
                    <a:cubicBezTo>
                      <a:pt x="4007" y="8687"/>
                      <a:pt x="2927" y="10305"/>
                      <a:pt x="3735" y="11015"/>
                    </a:cubicBezTo>
                    <a:cubicBezTo>
                      <a:pt x="3896" y="11153"/>
                      <a:pt x="4090" y="11209"/>
                      <a:pt x="4298" y="11209"/>
                    </a:cubicBezTo>
                    <a:cubicBezTo>
                      <a:pt x="5189" y="11209"/>
                      <a:pt x="6341" y="10188"/>
                      <a:pt x="6341" y="10188"/>
                    </a:cubicBezTo>
                    <a:lnTo>
                      <a:pt x="6341" y="10188"/>
                    </a:lnTo>
                    <a:cubicBezTo>
                      <a:pt x="6341" y="10188"/>
                      <a:pt x="5740" y="12168"/>
                      <a:pt x="7294" y="12469"/>
                    </a:cubicBezTo>
                    <a:cubicBezTo>
                      <a:pt x="7341" y="12478"/>
                      <a:pt x="7389" y="12483"/>
                      <a:pt x="7439" y="12483"/>
                    </a:cubicBezTo>
                    <a:cubicBezTo>
                      <a:pt x="9015" y="12483"/>
                      <a:pt x="11902" y="7680"/>
                      <a:pt x="14412" y="7680"/>
                    </a:cubicBezTo>
                    <a:cubicBezTo>
                      <a:pt x="14437" y="7680"/>
                      <a:pt x="14462" y="7681"/>
                      <a:pt x="14487" y="7682"/>
                    </a:cubicBezTo>
                    <a:cubicBezTo>
                      <a:pt x="14509" y="7682"/>
                      <a:pt x="14531" y="7683"/>
                      <a:pt x="14554" y="7683"/>
                    </a:cubicBezTo>
                    <a:cubicBezTo>
                      <a:pt x="17093" y="7683"/>
                      <a:pt x="17087" y="2035"/>
                      <a:pt x="16366" y="1215"/>
                    </a:cubicBezTo>
                    <a:cubicBezTo>
                      <a:pt x="15953" y="746"/>
                      <a:pt x="13115" y="1"/>
                      <a:pt x="10050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31"/>
              <p:cNvSpPr/>
              <p:nvPr/>
            </p:nvSpPr>
            <p:spPr>
              <a:xfrm>
                <a:off x="1049554" y="3947133"/>
                <a:ext cx="567055" cy="340957"/>
              </a:xfrm>
              <a:custGeom>
                <a:avLst/>
                <a:gdLst/>
                <a:ahLst/>
                <a:cxnLst/>
                <a:rect l="l" t="t" r="r" b="b"/>
                <a:pathLst>
                  <a:path w="26467" h="15914" extrusionOk="0">
                    <a:moveTo>
                      <a:pt x="17171" y="4261"/>
                    </a:moveTo>
                    <a:cubicBezTo>
                      <a:pt x="17217" y="4261"/>
                      <a:pt x="17288" y="4277"/>
                      <a:pt x="17380" y="4306"/>
                    </a:cubicBezTo>
                    <a:lnTo>
                      <a:pt x="17380" y="4306"/>
                    </a:lnTo>
                    <a:cubicBezTo>
                      <a:pt x="17159" y="4294"/>
                      <a:pt x="17065" y="4285"/>
                      <a:pt x="17143" y="4264"/>
                    </a:cubicBezTo>
                    <a:cubicBezTo>
                      <a:pt x="17151" y="4262"/>
                      <a:pt x="17161" y="4261"/>
                      <a:pt x="17171" y="4261"/>
                    </a:cubicBezTo>
                    <a:close/>
                    <a:moveTo>
                      <a:pt x="16555" y="1"/>
                    </a:moveTo>
                    <a:cubicBezTo>
                      <a:pt x="13026" y="1"/>
                      <a:pt x="9081" y="516"/>
                      <a:pt x="6993" y="1908"/>
                    </a:cubicBezTo>
                    <a:cubicBezTo>
                      <a:pt x="4085" y="3863"/>
                      <a:pt x="0" y="13863"/>
                      <a:pt x="0" y="13863"/>
                    </a:cubicBezTo>
                    <a:cubicBezTo>
                      <a:pt x="0" y="13863"/>
                      <a:pt x="6717" y="15467"/>
                      <a:pt x="7694" y="15893"/>
                    </a:cubicBezTo>
                    <a:cubicBezTo>
                      <a:pt x="7728" y="15907"/>
                      <a:pt x="7764" y="15913"/>
                      <a:pt x="7803" y="15913"/>
                    </a:cubicBezTo>
                    <a:cubicBezTo>
                      <a:pt x="8919" y="15913"/>
                      <a:pt x="12410" y="10536"/>
                      <a:pt x="13960" y="8575"/>
                    </a:cubicBezTo>
                    <a:cubicBezTo>
                      <a:pt x="14273" y="8176"/>
                      <a:pt x="14901" y="8026"/>
                      <a:pt x="15696" y="8026"/>
                    </a:cubicBezTo>
                    <a:cubicBezTo>
                      <a:pt x="18079" y="8026"/>
                      <a:pt x="21959" y="9369"/>
                      <a:pt x="23334" y="9369"/>
                    </a:cubicBezTo>
                    <a:cubicBezTo>
                      <a:pt x="23633" y="9369"/>
                      <a:pt x="23814" y="9306"/>
                      <a:pt x="23835" y="9151"/>
                    </a:cubicBezTo>
                    <a:cubicBezTo>
                      <a:pt x="23842" y="9087"/>
                      <a:pt x="23827" y="9023"/>
                      <a:pt x="23791" y="8960"/>
                    </a:cubicBezTo>
                    <a:lnTo>
                      <a:pt x="23791" y="8960"/>
                    </a:lnTo>
                    <a:cubicBezTo>
                      <a:pt x="24510" y="8947"/>
                      <a:pt x="24975" y="8717"/>
                      <a:pt x="24938" y="8124"/>
                    </a:cubicBezTo>
                    <a:cubicBezTo>
                      <a:pt x="24914" y="7773"/>
                      <a:pt x="24836" y="7456"/>
                      <a:pt x="24712" y="7168"/>
                    </a:cubicBezTo>
                    <a:lnTo>
                      <a:pt x="24712" y="7168"/>
                    </a:lnTo>
                    <a:cubicBezTo>
                      <a:pt x="25052" y="7154"/>
                      <a:pt x="25243" y="7014"/>
                      <a:pt x="25213" y="6695"/>
                    </a:cubicBezTo>
                    <a:cubicBezTo>
                      <a:pt x="25205" y="6600"/>
                      <a:pt x="25195" y="6507"/>
                      <a:pt x="25183" y="6415"/>
                    </a:cubicBezTo>
                    <a:lnTo>
                      <a:pt x="25183" y="6415"/>
                    </a:lnTo>
                    <a:cubicBezTo>
                      <a:pt x="25483" y="6557"/>
                      <a:pt x="25706" y="6640"/>
                      <a:pt x="25815" y="6640"/>
                    </a:cubicBezTo>
                    <a:cubicBezTo>
                      <a:pt x="25872" y="6640"/>
                      <a:pt x="25899" y="6617"/>
                      <a:pt x="25890" y="6570"/>
                    </a:cubicBezTo>
                    <a:cubicBezTo>
                      <a:pt x="25740" y="5868"/>
                      <a:pt x="26467" y="1006"/>
                      <a:pt x="20477" y="229"/>
                    </a:cubicBezTo>
                    <a:cubicBezTo>
                      <a:pt x="19337" y="85"/>
                      <a:pt x="17980" y="1"/>
                      <a:pt x="16555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31"/>
              <p:cNvSpPr/>
              <p:nvPr/>
            </p:nvSpPr>
            <p:spPr>
              <a:xfrm>
                <a:off x="1349721" y="4067435"/>
                <a:ext cx="206216" cy="66653"/>
              </a:xfrm>
              <a:custGeom>
                <a:avLst/>
                <a:gdLst/>
                <a:ahLst/>
                <a:cxnLst/>
                <a:rect l="l" t="t" r="r" b="b"/>
                <a:pathLst>
                  <a:path w="9625" h="3111" extrusionOk="0">
                    <a:moveTo>
                      <a:pt x="2831" y="0"/>
                    </a:moveTo>
                    <a:cubicBezTo>
                      <a:pt x="1313" y="0"/>
                      <a:pt x="197" y="253"/>
                      <a:pt x="176" y="253"/>
                    </a:cubicBezTo>
                    <a:cubicBezTo>
                      <a:pt x="50" y="278"/>
                      <a:pt x="0" y="403"/>
                      <a:pt x="25" y="504"/>
                    </a:cubicBezTo>
                    <a:cubicBezTo>
                      <a:pt x="47" y="613"/>
                      <a:pt x="126" y="684"/>
                      <a:pt x="229" y="684"/>
                    </a:cubicBezTo>
                    <a:cubicBezTo>
                      <a:pt x="244" y="684"/>
                      <a:pt x="260" y="682"/>
                      <a:pt x="276" y="679"/>
                    </a:cubicBezTo>
                    <a:cubicBezTo>
                      <a:pt x="297" y="668"/>
                      <a:pt x="1392" y="412"/>
                      <a:pt x="2869" y="412"/>
                    </a:cubicBezTo>
                    <a:cubicBezTo>
                      <a:pt x="4858" y="412"/>
                      <a:pt x="7540" y="877"/>
                      <a:pt x="9223" y="3035"/>
                    </a:cubicBezTo>
                    <a:cubicBezTo>
                      <a:pt x="9274" y="3085"/>
                      <a:pt x="9349" y="3110"/>
                      <a:pt x="9399" y="3110"/>
                    </a:cubicBezTo>
                    <a:cubicBezTo>
                      <a:pt x="9449" y="3110"/>
                      <a:pt x="9499" y="3085"/>
                      <a:pt x="9524" y="3060"/>
                    </a:cubicBezTo>
                    <a:cubicBezTo>
                      <a:pt x="9624" y="2985"/>
                      <a:pt x="9624" y="2859"/>
                      <a:pt x="9574" y="2759"/>
                    </a:cubicBezTo>
                    <a:cubicBezTo>
                      <a:pt x="7774" y="480"/>
                      <a:pt x="4922" y="0"/>
                      <a:pt x="2831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31"/>
              <p:cNvSpPr/>
              <p:nvPr/>
            </p:nvSpPr>
            <p:spPr>
              <a:xfrm>
                <a:off x="1361526" y="4024607"/>
                <a:ext cx="211058" cy="60076"/>
              </a:xfrm>
              <a:custGeom>
                <a:avLst/>
                <a:gdLst/>
                <a:ahLst/>
                <a:cxnLst/>
                <a:rect l="l" t="t" r="r" b="b"/>
                <a:pathLst>
                  <a:path w="9851" h="2804" extrusionOk="0">
                    <a:moveTo>
                      <a:pt x="2619" y="0"/>
                    </a:moveTo>
                    <a:cubicBezTo>
                      <a:pt x="1278" y="0"/>
                      <a:pt x="296" y="153"/>
                      <a:pt x="201" y="172"/>
                    </a:cubicBezTo>
                    <a:cubicBezTo>
                      <a:pt x="76" y="197"/>
                      <a:pt x="1" y="297"/>
                      <a:pt x="26" y="422"/>
                    </a:cubicBezTo>
                    <a:cubicBezTo>
                      <a:pt x="26" y="509"/>
                      <a:pt x="120" y="578"/>
                      <a:pt x="211" y="578"/>
                    </a:cubicBezTo>
                    <a:cubicBezTo>
                      <a:pt x="225" y="578"/>
                      <a:pt x="238" y="576"/>
                      <a:pt x="251" y="573"/>
                    </a:cubicBezTo>
                    <a:cubicBezTo>
                      <a:pt x="280" y="573"/>
                      <a:pt x="1232" y="430"/>
                      <a:pt x="2550" y="430"/>
                    </a:cubicBezTo>
                    <a:cubicBezTo>
                      <a:pt x="4679" y="430"/>
                      <a:pt x="7762" y="803"/>
                      <a:pt x="9449" y="2753"/>
                    </a:cubicBezTo>
                    <a:cubicBezTo>
                      <a:pt x="9499" y="2778"/>
                      <a:pt x="9550" y="2803"/>
                      <a:pt x="9625" y="2803"/>
                    </a:cubicBezTo>
                    <a:cubicBezTo>
                      <a:pt x="9650" y="2803"/>
                      <a:pt x="9700" y="2803"/>
                      <a:pt x="9750" y="2753"/>
                    </a:cubicBezTo>
                    <a:cubicBezTo>
                      <a:pt x="9825" y="2678"/>
                      <a:pt x="9850" y="2553"/>
                      <a:pt x="9775" y="2477"/>
                    </a:cubicBezTo>
                    <a:cubicBezTo>
                      <a:pt x="7971" y="408"/>
                      <a:pt x="4814" y="0"/>
                      <a:pt x="2619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31"/>
              <p:cNvSpPr/>
              <p:nvPr/>
            </p:nvSpPr>
            <p:spPr>
              <a:xfrm>
                <a:off x="1358848" y="3979892"/>
                <a:ext cx="236296" cy="70960"/>
              </a:xfrm>
              <a:custGeom>
                <a:avLst/>
                <a:gdLst/>
                <a:ahLst/>
                <a:cxnLst/>
                <a:rect l="l" t="t" r="r" b="b"/>
                <a:pathLst>
                  <a:path w="11029" h="3312" extrusionOk="0">
                    <a:moveTo>
                      <a:pt x="3000" y="0"/>
                    </a:moveTo>
                    <a:cubicBezTo>
                      <a:pt x="1464" y="0"/>
                      <a:pt x="304" y="160"/>
                      <a:pt x="176" y="178"/>
                    </a:cubicBezTo>
                    <a:cubicBezTo>
                      <a:pt x="76" y="178"/>
                      <a:pt x="0" y="304"/>
                      <a:pt x="0" y="404"/>
                    </a:cubicBezTo>
                    <a:cubicBezTo>
                      <a:pt x="22" y="513"/>
                      <a:pt x="101" y="584"/>
                      <a:pt x="204" y="584"/>
                    </a:cubicBezTo>
                    <a:cubicBezTo>
                      <a:pt x="219" y="584"/>
                      <a:pt x="235" y="583"/>
                      <a:pt x="251" y="579"/>
                    </a:cubicBezTo>
                    <a:cubicBezTo>
                      <a:pt x="279" y="579"/>
                      <a:pt x="1402" y="427"/>
                      <a:pt x="2919" y="427"/>
                    </a:cubicBezTo>
                    <a:cubicBezTo>
                      <a:pt x="5487" y="427"/>
                      <a:pt x="9184" y="863"/>
                      <a:pt x="10602" y="3211"/>
                    </a:cubicBezTo>
                    <a:cubicBezTo>
                      <a:pt x="10652" y="3261"/>
                      <a:pt x="10702" y="3311"/>
                      <a:pt x="10777" y="3311"/>
                    </a:cubicBezTo>
                    <a:cubicBezTo>
                      <a:pt x="10828" y="3311"/>
                      <a:pt x="10853" y="3286"/>
                      <a:pt x="10878" y="3261"/>
                    </a:cubicBezTo>
                    <a:cubicBezTo>
                      <a:pt x="10978" y="3211"/>
                      <a:pt x="11028" y="3086"/>
                      <a:pt x="10953" y="2986"/>
                    </a:cubicBezTo>
                    <a:cubicBezTo>
                      <a:pt x="9429" y="477"/>
                      <a:pt x="5653" y="0"/>
                      <a:pt x="3000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31"/>
              <p:cNvSpPr/>
              <p:nvPr/>
            </p:nvSpPr>
            <p:spPr>
              <a:xfrm>
                <a:off x="1254143" y="4122134"/>
                <a:ext cx="111174" cy="174121"/>
              </a:xfrm>
              <a:custGeom>
                <a:avLst/>
                <a:gdLst/>
                <a:ahLst/>
                <a:cxnLst/>
                <a:rect l="l" t="t" r="r" b="b"/>
                <a:pathLst>
                  <a:path w="5189" h="8127" extrusionOk="0">
                    <a:moveTo>
                      <a:pt x="4901" y="0"/>
                    </a:moveTo>
                    <a:cubicBezTo>
                      <a:pt x="4386" y="0"/>
                      <a:pt x="1773" y="425"/>
                      <a:pt x="25" y="7875"/>
                    </a:cubicBezTo>
                    <a:cubicBezTo>
                      <a:pt x="0" y="8001"/>
                      <a:pt x="75" y="8101"/>
                      <a:pt x="176" y="8126"/>
                    </a:cubicBezTo>
                    <a:lnTo>
                      <a:pt x="226" y="8126"/>
                    </a:lnTo>
                    <a:cubicBezTo>
                      <a:pt x="326" y="8126"/>
                      <a:pt x="401" y="8076"/>
                      <a:pt x="426" y="7976"/>
                    </a:cubicBezTo>
                    <a:cubicBezTo>
                      <a:pt x="2185" y="502"/>
                      <a:pt x="4776" y="407"/>
                      <a:pt x="4930" y="407"/>
                    </a:cubicBezTo>
                    <a:cubicBezTo>
                      <a:pt x="4935" y="407"/>
                      <a:pt x="4937" y="407"/>
                      <a:pt x="4938" y="407"/>
                    </a:cubicBezTo>
                    <a:cubicBezTo>
                      <a:pt x="4951" y="409"/>
                      <a:pt x="4964" y="411"/>
                      <a:pt x="4976" y="411"/>
                    </a:cubicBezTo>
                    <a:cubicBezTo>
                      <a:pt x="5083" y="411"/>
                      <a:pt x="5163" y="321"/>
                      <a:pt x="5163" y="231"/>
                    </a:cubicBezTo>
                    <a:cubicBezTo>
                      <a:pt x="5188" y="106"/>
                      <a:pt x="5088" y="6"/>
                      <a:pt x="4988" y="6"/>
                    </a:cubicBezTo>
                    <a:cubicBezTo>
                      <a:pt x="4977" y="4"/>
                      <a:pt x="4948" y="0"/>
                      <a:pt x="4901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31"/>
              <p:cNvSpPr/>
              <p:nvPr/>
            </p:nvSpPr>
            <p:spPr>
              <a:xfrm>
                <a:off x="1321804" y="4246400"/>
                <a:ext cx="50477" cy="53605"/>
              </a:xfrm>
              <a:custGeom>
                <a:avLst/>
                <a:gdLst/>
                <a:ahLst/>
                <a:cxnLst/>
                <a:rect l="l" t="t" r="r" b="b"/>
                <a:pathLst>
                  <a:path w="2356" h="2502" extrusionOk="0">
                    <a:moveTo>
                      <a:pt x="2114" y="1"/>
                    </a:moveTo>
                    <a:cubicBezTo>
                      <a:pt x="2086" y="1"/>
                      <a:pt x="2057" y="7"/>
                      <a:pt x="2030" y="20"/>
                    </a:cubicBezTo>
                    <a:cubicBezTo>
                      <a:pt x="1955" y="45"/>
                      <a:pt x="376" y="822"/>
                      <a:pt x="25" y="2251"/>
                    </a:cubicBezTo>
                    <a:cubicBezTo>
                      <a:pt x="0" y="2376"/>
                      <a:pt x="75" y="2476"/>
                      <a:pt x="201" y="2501"/>
                    </a:cubicBezTo>
                    <a:lnTo>
                      <a:pt x="226" y="2501"/>
                    </a:lnTo>
                    <a:cubicBezTo>
                      <a:pt x="326" y="2501"/>
                      <a:pt x="426" y="2451"/>
                      <a:pt x="451" y="2351"/>
                    </a:cubicBezTo>
                    <a:cubicBezTo>
                      <a:pt x="727" y="1098"/>
                      <a:pt x="2181" y="421"/>
                      <a:pt x="2206" y="396"/>
                    </a:cubicBezTo>
                    <a:cubicBezTo>
                      <a:pt x="2306" y="346"/>
                      <a:pt x="2356" y="221"/>
                      <a:pt x="2306" y="121"/>
                    </a:cubicBezTo>
                    <a:cubicBezTo>
                      <a:pt x="2269" y="47"/>
                      <a:pt x="2192" y="1"/>
                      <a:pt x="211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31"/>
              <p:cNvSpPr/>
              <p:nvPr/>
            </p:nvSpPr>
            <p:spPr>
              <a:xfrm>
                <a:off x="1377638" y="4288822"/>
                <a:ext cx="39229" cy="35887"/>
              </a:xfrm>
              <a:custGeom>
                <a:avLst/>
                <a:gdLst/>
                <a:ahLst/>
                <a:cxnLst/>
                <a:rect l="l" t="t" r="r" b="b"/>
                <a:pathLst>
                  <a:path w="1831" h="1675" extrusionOk="0">
                    <a:moveTo>
                      <a:pt x="1588" y="1"/>
                    </a:moveTo>
                    <a:cubicBezTo>
                      <a:pt x="1560" y="1"/>
                      <a:pt x="1531" y="7"/>
                      <a:pt x="1504" y="20"/>
                    </a:cubicBezTo>
                    <a:cubicBezTo>
                      <a:pt x="1454" y="45"/>
                      <a:pt x="276" y="597"/>
                      <a:pt x="26" y="1399"/>
                    </a:cubicBezTo>
                    <a:cubicBezTo>
                      <a:pt x="1" y="1524"/>
                      <a:pt x="76" y="1624"/>
                      <a:pt x="176" y="1674"/>
                    </a:cubicBezTo>
                    <a:lnTo>
                      <a:pt x="251" y="1674"/>
                    </a:lnTo>
                    <a:cubicBezTo>
                      <a:pt x="326" y="1674"/>
                      <a:pt x="402" y="1624"/>
                      <a:pt x="452" y="1524"/>
                    </a:cubicBezTo>
                    <a:cubicBezTo>
                      <a:pt x="577" y="998"/>
                      <a:pt x="1379" y="547"/>
                      <a:pt x="1680" y="396"/>
                    </a:cubicBezTo>
                    <a:cubicBezTo>
                      <a:pt x="1780" y="346"/>
                      <a:pt x="1830" y="246"/>
                      <a:pt x="1780" y="120"/>
                    </a:cubicBezTo>
                    <a:cubicBezTo>
                      <a:pt x="1743" y="47"/>
                      <a:pt x="1666" y="1"/>
                      <a:pt x="1588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Google Shape;519;p31"/>
              <p:cNvSpPr/>
              <p:nvPr/>
            </p:nvSpPr>
            <p:spPr>
              <a:xfrm>
                <a:off x="1355077" y="4041618"/>
                <a:ext cx="258857" cy="128979"/>
              </a:xfrm>
              <a:custGeom>
                <a:avLst/>
                <a:gdLst/>
                <a:ahLst/>
                <a:cxnLst/>
                <a:rect l="l" t="t" r="r" b="b"/>
                <a:pathLst>
                  <a:path w="12082" h="6020" extrusionOk="0">
                    <a:moveTo>
                      <a:pt x="10976" y="1"/>
                    </a:moveTo>
                    <a:cubicBezTo>
                      <a:pt x="10927" y="1"/>
                      <a:pt x="10875" y="20"/>
                      <a:pt x="10828" y="54"/>
                    </a:cubicBezTo>
                    <a:cubicBezTo>
                      <a:pt x="10728" y="105"/>
                      <a:pt x="10728" y="255"/>
                      <a:pt x="10803" y="330"/>
                    </a:cubicBezTo>
                    <a:cubicBezTo>
                      <a:pt x="11129" y="781"/>
                      <a:pt x="11580" y="1558"/>
                      <a:pt x="11455" y="1884"/>
                    </a:cubicBezTo>
                    <a:cubicBezTo>
                      <a:pt x="11455" y="1934"/>
                      <a:pt x="11430" y="1984"/>
                      <a:pt x="11304" y="2034"/>
                    </a:cubicBezTo>
                    <a:cubicBezTo>
                      <a:pt x="11273" y="2043"/>
                      <a:pt x="11236" y="2047"/>
                      <a:pt x="11195" y="2047"/>
                    </a:cubicBezTo>
                    <a:cubicBezTo>
                      <a:pt x="10882" y="2047"/>
                      <a:pt x="10337" y="1811"/>
                      <a:pt x="10026" y="1633"/>
                    </a:cubicBezTo>
                    <a:cubicBezTo>
                      <a:pt x="9991" y="1616"/>
                      <a:pt x="9955" y="1607"/>
                      <a:pt x="9921" y="1607"/>
                    </a:cubicBezTo>
                    <a:cubicBezTo>
                      <a:pt x="9858" y="1607"/>
                      <a:pt x="9799" y="1635"/>
                      <a:pt x="9750" y="1683"/>
                    </a:cubicBezTo>
                    <a:cubicBezTo>
                      <a:pt x="9700" y="1759"/>
                      <a:pt x="9700" y="1859"/>
                      <a:pt x="9750" y="1934"/>
                    </a:cubicBezTo>
                    <a:cubicBezTo>
                      <a:pt x="10026" y="2285"/>
                      <a:pt x="10778" y="3338"/>
                      <a:pt x="10502" y="3864"/>
                    </a:cubicBezTo>
                    <a:cubicBezTo>
                      <a:pt x="10427" y="3989"/>
                      <a:pt x="10327" y="4064"/>
                      <a:pt x="10201" y="4115"/>
                    </a:cubicBezTo>
                    <a:cubicBezTo>
                      <a:pt x="10139" y="4134"/>
                      <a:pt x="10072" y="4142"/>
                      <a:pt x="10002" y="4142"/>
                    </a:cubicBezTo>
                    <a:cubicBezTo>
                      <a:pt x="9706" y="4142"/>
                      <a:pt x="9371" y="3995"/>
                      <a:pt x="9249" y="3914"/>
                    </a:cubicBezTo>
                    <a:cubicBezTo>
                      <a:pt x="9218" y="3904"/>
                      <a:pt x="9183" y="3898"/>
                      <a:pt x="9148" y="3898"/>
                    </a:cubicBezTo>
                    <a:cubicBezTo>
                      <a:pt x="9099" y="3898"/>
                      <a:pt x="9053" y="3910"/>
                      <a:pt x="9024" y="3939"/>
                    </a:cubicBezTo>
                    <a:cubicBezTo>
                      <a:pt x="8948" y="3989"/>
                      <a:pt x="8923" y="4090"/>
                      <a:pt x="8948" y="4165"/>
                    </a:cubicBezTo>
                    <a:cubicBezTo>
                      <a:pt x="9024" y="4440"/>
                      <a:pt x="9199" y="5267"/>
                      <a:pt x="8948" y="5618"/>
                    </a:cubicBezTo>
                    <a:cubicBezTo>
                      <a:pt x="8723" y="5618"/>
                      <a:pt x="7921" y="5293"/>
                      <a:pt x="7219" y="4992"/>
                    </a:cubicBezTo>
                    <a:cubicBezTo>
                      <a:pt x="5652" y="4350"/>
                      <a:pt x="3501" y="3466"/>
                      <a:pt x="1731" y="3466"/>
                    </a:cubicBezTo>
                    <a:cubicBezTo>
                      <a:pt x="1152" y="3466"/>
                      <a:pt x="615" y="3560"/>
                      <a:pt x="151" y="3789"/>
                    </a:cubicBezTo>
                    <a:cubicBezTo>
                      <a:pt x="51" y="3839"/>
                      <a:pt x="1" y="3964"/>
                      <a:pt x="51" y="4064"/>
                    </a:cubicBezTo>
                    <a:cubicBezTo>
                      <a:pt x="88" y="4138"/>
                      <a:pt x="165" y="4184"/>
                      <a:pt x="253" y="4184"/>
                    </a:cubicBezTo>
                    <a:cubicBezTo>
                      <a:pt x="285" y="4184"/>
                      <a:pt x="318" y="4178"/>
                      <a:pt x="352" y="4165"/>
                    </a:cubicBezTo>
                    <a:cubicBezTo>
                      <a:pt x="745" y="3971"/>
                      <a:pt x="1211" y="3890"/>
                      <a:pt x="1722" y="3890"/>
                    </a:cubicBezTo>
                    <a:cubicBezTo>
                      <a:pt x="3392" y="3890"/>
                      <a:pt x="5527" y="4759"/>
                      <a:pt x="7044" y="5393"/>
                    </a:cubicBezTo>
                    <a:cubicBezTo>
                      <a:pt x="8071" y="5819"/>
                      <a:pt x="8623" y="6019"/>
                      <a:pt x="8948" y="6019"/>
                    </a:cubicBezTo>
                    <a:cubicBezTo>
                      <a:pt x="9074" y="6019"/>
                      <a:pt x="9174" y="5994"/>
                      <a:pt x="9249" y="5919"/>
                    </a:cubicBezTo>
                    <a:cubicBezTo>
                      <a:pt x="9550" y="5543"/>
                      <a:pt x="9525" y="4892"/>
                      <a:pt x="9450" y="4465"/>
                    </a:cubicBezTo>
                    <a:lnTo>
                      <a:pt x="9450" y="4465"/>
                    </a:lnTo>
                    <a:cubicBezTo>
                      <a:pt x="9613" y="4514"/>
                      <a:pt x="9808" y="4553"/>
                      <a:pt x="10000" y="4553"/>
                    </a:cubicBezTo>
                    <a:cubicBezTo>
                      <a:pt x="10103" y="4553"/>
                      <a:pt x="10206" y="4542"/>
                      <a:pt x="10302" y="4516"/>
                    </a:cubicBezTo>
                    <a:cubicBezTo>
                      <a:pt x="10552" y="4440"/>
                      <a:pt x="10728" y="4290"/>
                      <a:pt x="10853" y="4064"/>
                    </a:cubicBezTo>
                    <a:cubicBezTo>
                      <a:pt x="11154" y="3538"/>
                      <a:pt x="10853" y="2836"/>
                      <a:pt x="10527" y="2335"/>
                    </a:cubicBezTo>
                    <a:lnTo>
                      <a:pt x="10527" y="2335"/>
                    </a:lnTo>
                    <a:cubicBezTo>
                      <a:pt x="10761" y="2407"/>
                      <a:pt x="10994" y="2466"/>
                      <a:pt x="11200" y="2466"/>
                    </a:cubicBezTo>
                    <a:cubicBezTo>
                      <a:pt x="11281" y="2466"/>
                      <a:pt x="11359" y="2457"/>
                      <a:pt x="11430" y="2435"/>
                    </a:cubicBezTo>
                    <a:cubicBezTo>
                      <a:pt x="11705" y="2335"/>
                      <a:pt x="11831" y="2160"/>
                      <a:pt x="11856" y="2009"/>
                    </a:cubicBezTo>
                    <a:cubicBezTo>
                      <a:pt x="12081" y="1358"/>
                      <a:pt x="11229" y="205"/>
                      <a:pt x="11129" y="79"/>
                    </a:cubicBezTo>
                    <a:cubicBezTo>
                      <a:pt x="11089" y="26"/>
                      <a:pt x="11034" y="1"/>
                      <a:pt x="10976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Google Shape;520;p31"/>
              <p:cNvSpPr/>
              <p:nvPr/>
            </p:nvSpPr>
            <p:spPr>
              <a:xfrm>
                <a:off x="1038798" y="3894663"/>
                <a:ext cx="93456" cy="95513"/>
              </a:xfrm>
              <a:custGeom>
                <a:avLst/>
                <a:gdLst/>
                <a:ahLst/>
                <a:cxnLst/>
                <a:rect l="l" t="t" r="r" b="b"/>
                <a:pathLst>
                  <a:path w="4362" h="4458" extrusionOk="0">
                    <a:moveTo>
                      <a:pt x="247" y="1"/>
                    </a:moveTo>
                    <a:cubicBezTo>
                      <a:pt x="202" y="1"/>
                      <a:pt x="158" y="15"/>
                      <a:pt x="126" y="46"/>
                    </a:cubicBezTo>
                    <a:cubicBezTo>
                      <a:pt x="26" y="96"/>
                      <a:pt x="1" y="247"/>
                      <a:pt x="76" y="322"/>
                    </a:cubicBezTo>
                    <a:cubicBezTo>
                      <a:pt x="101" y="347"/>
                      <a:pt x="1580" y="2302"/>
                      <a:pt x="3986" y="4407"/>
                    </a:cubicBezTo>
                    <a:cubicBezTo>
                      <a:pt x="4036" y="4432"/>
                      <a:pt x="4086" y="4457"/>
                      <a:pt x="4136" y="4457"/>
                    </a:cubicBezTo>
                    <a:cubicBezTo>
                      <a:pt x="4186" y="4457"/>
                      <a:pt x="4237" y="4432"/>
                      <a:pt x="4287" y="4382"/>
                    </a:cubicBezTo>
                    <a:cubicBezTo>
                      <a:pt x="4362" y="4307"/>
                      <a:pt x="4362" y="4156"/>
                      <a:pt x="4262" y="4081"/>
                    </a:cubicBezTo>
                    <a:cubicBezTo>
                      <a:pt x="1881" y="2026"/>
                      <a:pt x="427" y="96"/>
                      <a:pt x="402" y="71"/>
                    </a:cubicBezTo>
                    <a:cubicBezTo>
                      <a:pt x="373" y="28"/>
                      <a:pt x="310" y="1"/>
                      <a:pt x="247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Google Shape;521;p31"/>
              <p:cNvSpPr/>
              <p:nvPr/>
            </p:nvSpPr>
            <p:spPr>
              <a:xfrm>
                <a:off x="900799" y="3122865"/>
                <a:ext cx="128893" cy="163323"/>
              </a:xfrm>
              <a:custGeom>
                <a:avLst/>
                <a:gdLst/>
                <a:ahLst/>
                <a:cxnLst/>
                <a:rect l="l" t="t" r="r" b="b"/>
                <a:pathLst>
                  <a:path w="6016" h="7623" extrusionOk="0">
                    <a:moveTo>
                      <a:pt x="4040" y="410"/>
                    </a:moveTo>
                    <a:cubicBezTo>
                      <a:pt x="4598" y="410"/>
                      <a:pt x="5092" y="574"/>
                      <a:pt x="5389" y="1031"/>
                    </a:cubicBezTo>
                    <a:cubicBezTo>
                      <a:pt x="5515" y="1207"/>
                      <a:pt x="5540" y="1332"/>
                      <a:pt x="5490" y="1432"/>
                    </a:cubicBezTo>
                    <a:cubicBezTo>
                      <a:pt x="5348" y="1650"/>
                      <a:pt x="4789" y="1736"/>
                      <a:pt x="4061" y="1736"/>
                    </a:cubicBezTo>
                    <a:cubicBezTo>
                      <a:pt x="3114" y="1736"/>
                      <a:pt x="1881" y="1592"/>
                      <a:pt x="903" y="1407"/>
                    </a:cubicBezTo>
                    <a:cubicBezTo>
                      <a:pt x="1380" y="1152"/>
                      <a:pt x="2854" y="410"/>
                      <a:pt x="4040" y="410"/>
                    </a:cubicBezTo>
                    <a:close/>
                    <a:moveTo>
                      <a:pt x="4046" y="0"/>
                    </a:moveTo>
                    <a:cubicBezTo>
                      <a:pt x="2492" y="0"/>
                      <a:pt x="632" y="1087"/>
                      <a:pt x="527" y="1157"/>
                    </a:cubicBezTo>
                    <a:cubicBezTo>
                      <a:pt x="427" y="1207"/>
                      <a:pt x="402" y="1332"/>
                      <a:pt x="452" y="1432"/>
                    </a:cubicBezTo>
                    <a:cubicBezTo>
                      <a:pt x="477" y="1483"/>
                      <a:pt x="527" y="1508"/>
                      <a:pt x="577" y="1533"/>
                    </a:cubicBezTo>
                    <a:cubicBezTo>
                      <a:pt x="552" y="1608"/>
                      <a:pt x="552" y="1683"/>
                      <a:pt x="602" y="1733"/>
                    </a:cubicBezTo>
                    <a:cubicBezTo>
                      <a:pt x="627" y="1758"/>
                      <a:pt x="3109" y="4941"/>
                      <a:pt x="2783" y="6495"/>
                    </a:cubicBezTo>
                    <a:cubicBezTo>
                      <a:pt x="2708" y="6771"/>
                      <a:pt x="2557" y="6996"/>
                      <a:pt x="2282" y="7122"/>
                    </a:cubicBezTo>
                    <a:cubicBezTo>
                      <a:pt x="2169" y="7172"/>
                      <a:pt x="2069" y="7197"/>
                      <a:pt x="1975" y="7197"/>
                    </a:cubicBezTo>
                    <a:cubicBezTo>
                      <a:pt x="1881" y="7197"/>
                      <a:pt x="1793" y="7172"/>
                      <a:pt x="1705" y="7122"/>
                    </a:cubicBezTo>
                    <a:cubicBezTo>
                      <a:pt x="703" y="6520"/>
                      <a:pt x="452" y="2786"/>
                      <a:pt x="427" y="1382"/>
                    </a:cubicBezTo>
                    <a:cubicBezTo>
                      <a:pt x="427" y="1282"/>
                      <a:pt x="327" y="1182"/>
                      <a:pt x="226" y="1182"/>
                    </a:cubicBezTo>
                    <a:cubicBezTo>
                      <a:pt x="101" y="1182"/>
                      <a:pt x="1" y="1282"/>
                      <a:pt x="1" y="1407"/>
                    </a:cubicBezTo>
                    <a:cubicBezTo>
                      <a:pt x="26" y="1934"/>
                      <a:pt x="101" y="6645"/>
                      <a:pt x="1480" y="7473"/>
                    </a:cubicBezTo>
                    <a:cubicBezTo>
                      <a:pt x="1630" y="7573"/>
                      <a:pt x="1805" y="7623"/>
                      <a:pt x="1956" y="7623"/>
                    </a:cubicBezTo>
                    <a:cubicBezTo>
                      <a:pt x="2131" y="7623"/>
                      <a:pt x="2307" y="7573"/>
                      <a:pt x="2457" y="7498"/>
                    </a:cubicBezTo>
                    <a:cubicBezTo>
                      <a:pt x="2858" y="7297"/>
                      <a:pt x="3084" y="6996"/>
                      <a:pt x="3184" y="6595"/>
                    </a:cubicBezTo>
                    <a:cubicBezTo>
                      <a:pt x="3485" y="5192"/>
                      <a:pt x="1956" y="2861"/>
                      <a:pt x="1254" y="1909"/>
                    </a:cubicBezTo>
                    <a:lnTo>
                      <a:pt x="1254" y="1909"/>
                    </a:lnTo>
                    <a:cubicBezTo>
                      <a:pt x="1924" y="2014"/>
                      <a:pt x="3007" y="2160"/>
                      <a:pt x="3962" y="2160"/>
                    </a:cubicBezTo>
                    <a:cubicBezTo>
                      <a:pt x="4829" y="2160"/>
                      <a:pt x="5590" y="2040"/>
                      <a:pt x="5840" y="1658"/>
                    </a:cubicBezTo>
                    <a:cubicBezTo>
                      <a:pt x="5941" y="1483"/>
                      <a:pt x="6016" y="1207"/>
                      <a:pt x="5740" y="806"/>
                    </a:cubicBezTo>
                    <a:cubicBezTo>
                      <a:pt x="5350" y="210"/>
                      <a:pt x="4727" y="0"/>
                      <a:pt x="4046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Google Shape;522;p31"/>
              <p:cNvSpPr/>
              <p:nvPr/>
            </p:nvSpPr>
            <p:spPr>
              <a:xfrm>
                <a:off x="1330931" y="3021117"/>
                <a:ext cx="166472" cy="132449"/>
              </a:xfrm>
              <a:custGeom>
                <a:avLst/>
                <a:gdLst/>
                <a:ahLst/>
                <a:cxnLst/>
                <a:rect l="l" t="t" r="r" b="b"/>
                <a:pathLst>
                  <a:path w="7770" h="6182" extrusionOk="0">
                    <a:moveTo>
                      <a:pt x="4687" y="417"/>
                    </a:moveTo>
                    <a:cubicBezTo>
                      <a:pt x="5138" y="417"/>
                      <a:pt x="5439" y="442"/>
                      <a:pt x="5439" y="442"/>
                    </a:cubicBezTo>
                    <a:cubicBezTo>
                      <a:pt x="5414" y="442"/>
                      <a:pt x="5364" y="467"/>
                      <a:pt x="5338" y="492"/>
                    </a:cubicBezTo>
                    <a:cubicBezTo>
                      <a:pt x="4458" y="1124"/>
                      <a:pt x="2155" y="2631"/>
                      <a:pt x="1046" y="2631"/>
                    </a:cubicBezTo>
                    <a:cubicBezTo>
                      <a:pt x="924" y="2631"/>
                      <a:pt x="817" y="2612"/>
                      <a:pt x="727" y="2572"/>
                    </a:cubicBezTo>
                    <a:cubicBezTo>
                      <a:pt x="627" y="2522"/>
                      <a:pt x="476" y="2422"/>
                      <a:pt x="451" y="2096"/>
                    </a:cubicBezTo>
                    <a:cubicBezTo>
                      <a:pt x="426" y="1795"/>
                      <a:pt x="501" y="1545"/>
                      <a:pt x="727" y="1319"/>
                    </a:cubicBezTo>
                    <a:cubicBezTo>
                      <a:pt x="1479" y="542"/>
                      <a:pt x="3559" y="417"/>
                      <a:pt x="4687" y="417"/>
                    </a:cubicBezTo>
                    <a:close/>
                    <a:moveTo>
                      <a:pt x="4713" y="0"/>
                    </a:moveTo>
                    <a:cubicBezTo>
                      <a:pt x="3537" y="0"/>
                      <a:pt x="1311" y="122"/>
                      <a:pt x="426" y="1044"/>
                    </a:cubicBezTo>
                    <a:cubicBezTo>
                      <a:pt x="125" y="1344"/>
                      <a:pt x="0" y="1720"/>
                      <a:pt x="25" y="2121"/>
                    </a:cubicBezTo>
                    <a:cubicBezTo>
                      <a:pt x="75" y="2623"/>
                      <a:pt x="326" y="2848"/>
                      <a:pt x="551" y="2948"/>
                    </a:cubicBezTo>
                    <a:cubicBezTo>
                      <a:pt x="685" y="3007"/>
                      <a:pt x="841" y="3033"/>
                      <a:pt x="1014" y="3033"/>
                    </a:cubicBezTo>
                    <a:cubicBezTo>
                      <a:pt x="2171" y="3033"/>
                      <a:pt x="4078" y="1851"/>
                      <a:pt x="5038" y="1219"/>
                    </a:cubicBezTo>
                    <a:lnTo>
                      <a:pt x="5038" y="1219"/>
                    </a:lnTo>
                    <a:cubicBezTo>
                      <a:pt x="4737" y="2121"/>
                      <a:pt x="4311" y="3775"/>
                      <a:pt x="4787" y="4953"/>
                    </a:cubicBezTo>
                    <a:cubicBezTo>
                      <a:pt x="4988" y="5480"/>
                      <a:pt x="5364" y="5856"/>
                      <a:pt x="5865" y="6056"/>
                    </a:cubicBezTo>
                    <a:cubicBezTo>
                      <a:pt x="6040" y="6131"/>
                      <a:pt x="6216" y="6181"/>
                      <a:pt x="6366" y="6181"/>
                    </a:cubicBezTo>
                    <a:cubicBezTo>
                      <a:pt x="6542" y="6181"/>
                      <a:pt x="6717" y="6106"/>
                      <a:pt x="6842" y="5981"/>
                    </a:cubicBezTo>
                    <a:cubicBezTo>
                      <a:pt x="7770" y="5104"/>
                      <a:pt x="6416" y="1169"/>
                      <a:pt x="6141" y="367"/>
                    </a:cubicBezTo>
                    <a:cubicBezTo>
                      <a:pt x="6099" y="284"/>
                      <a:pt x="6023" y="235"/>
                      <a:pt x="5927" y="235"/>
                    </a:cubicBezTo>
                    <a:cubicBezTo>
                      <a:pt x="5907" y="235"/>
                      <a:pt x="5886" y="237"/>
                      <a:pt x="5865" y="242"/>
                    </a:cubicBezTo>
                    <a:cubicBezTo>
                      <a:pt x="5765" y="292"/>
                      <a:pt x="5714" y="417"/>
                      <a:pt x="5739" y="517"/>
                    </a:cubicBezTo>
                    <a:cubicBezTo>
                      <a:pt x="6366" y="2221"/>
                      <a:pt x="7118" y="5154"/>
                      <a:pt x="6567" y="5680"/>
                    </a:cubicBezTo>
                    <a:cubicBezTo>
                      <a:pt x="6516" y="5730"/>
                      <a:pt x="6441" y="5755"/>
                      <a:pt x="6347" y="5755"/>
                    </a:cubicBezTo>
                    <a:cubicBezTo>
                      <a:pt x="6253" y="5755"/>
                      <a:pt x="6141" y="5730"/>
                      <a:pt x="6015" y="5680"/>
                    </a:cubicBezTo>
                    <a:cubicBezTo>
                      <a:pt x="5614" y="5505"/>
                      <a:pt x="5338" y="5204"/>
                      <a:pt x="5163" y="4803"/>
                    </a:cubicBezTo>
                    <a:cubicBezTo>
                      <a:pt x="4562" y="3299"/>
                      <a:pt x="5639" y="768"/>
                      <a:pt x="5639" y="743"/>
                    </a:cubicBezTo>
                    <a:cubicBezTo>
                      <a:pt x="5689" y="643"/>
                      <a:pt x="5664" y="542"/>
                      <a:pt x="5589" y="492"/>
                    </a:cubicBezTo>
                    <a:cubicBezTo>
                      <a:pt x="5539" y="467"/>
                      <a:pt x="5514" y="442"/>
                      <a:pt x="5464" y="442"/>
                    </a:cubicBezTo>
                    <a:cubicBezTo>
                      <a:pt x="5564" y="442"/>
                      <a:pt x="5664" y="342"/>
                      <a:pt x="5664" y="242"/>
                    </a:cubicBezTo>
                    <a:cubicBezTo>
                      <a:pt x="5664" y="141"/>
                      <a:pt x="5589" y="41"/>
                      <a:pt x="5464" y="16"/>
                    </a:cubicBezTo>
                    <a:cubicBezTo>
                      <a:pt x="5424" y="16"/>
                      <a:pt x="5137" y="0"/>
                      <a:pt x="4713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Google Shape;523;p31"/>
              <p:cNvSpPr/>
              <p:nvPr/>
            </p:nvSpPr>
            <p:spPr>
              <a:xfrm>
                <a:off x="1445834" y="3876837"/>
                <a:ext cx="48892" cy="59626"/>
              </a:xfrm>
              <a:custGeom>
                <a:avLst/>
                <a:gdLst/>
                <a:ahLst/>
                <a:cxnLst/>
                <a:rect l="l" t="t" r="r" b="b"/>
                <a:pathLst>
                  <a:path w="2282" h="2783" extrusionOk="0">
                    <a:moveTo>
                      <a:pt x="2026" y="1"/>
                    </a:moveTo>
                    <a:cubicBezTo>
                      <a:pt x="1955" y="1"/>
                      <a:pt x="1889" y="34"/>
                      <a:pt x="1855" y="101"/>
                    </a:cubicBezTo>
                    <a:cubicBezTo>
                      <a:pt x="1855" y="126"/>
                      <a:pt x="1028" y="1605"/>
                      <a:pt x="101" y="2407"/>
                    </a:cubicBezTo>
                    <a:cubicBezTo>
                      <a:pt x="1" y="2482"/>
                      <a:pt x="1" y="2633"/>
                      <a:pt x="76" y="2708"/>
                    </a:cubicBezTo>
                    <a:cubicBezTo>
                      <a:pt x="101" y="2758"/>
                      <a:pt x="176" y="2783"/>
                      <a:pt x="226" y="2783"/>
                    </a:cubicBezTo>
                    <a:cubicBezTo>
                      <a:pt x="276" y="2783"/>
                      <a:pt x="326" y="2758"/>
                      <a:pt x="376" y="2733"/>
                    </a:cubicBezTo>
                    <a:cubicBezTo>
                      <a:pt x="1354" y="1881"/>
                      <a:pt x="2181" y="377"/>
                      <a:pt x="2231" y="302"/>
                    </a:cubicBezTo>
                    <a:cubicBezTo>
                      <a:pt x="2281" y="201"/>
                      <a:pt x="2231" y="76"/>
                      <a:pt x="2131" y="26"/>
                    </a:cubicBezTo>
                    <a:cubicBezTo>
                      <a:pt x="2097" y="9"/>
                      <a:pt x="2061" y="1"/>
                      <a:pt x="2026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Google Shape;524;p31"/>
              <p:cNvSpPr/>
              <p:nvPr/>
            </p:nvSpPr>
            <p:spPr>
              <a:xfrm>
                <a:off x="1421667" y="4417715"/>
                <a:ext cx="344771" cy="112653"/>
              </a:xfrm>
              <a:custGeom>
                <a:avLst/>
                <a:gdLst/>
                <a:ahLst/>
                <a:cxnLst/>
                <a:rect l="l" t="t" r="r" b="b"/>
                <a:pathLst>
                  <a:path w="16092" h="5258" extrusionOk="0">
                    <a:moveTo>
                      <a:pt x="257" y="0"/>
                    </a:moveTo>
                    <a:cubicBezTo>
                      <a:pt x="230" y="0"/>
                      <a:pt x="202" y="6"/>
                      <a:pt x="176" y="19"/>
                    </a:cubicBezTo>
                    <a:cubicBezTo>
                      <a:pt x="51" y="44"/>
                      <a:pt x="1" y="170"/>
                      <a:pt x="26" y="270"/>
                    </a:cubicBezTo>
                    <a:cubicBezTo>
                      <a:pt x="778" y="2375"/>
                      <a:pt x="2106" y="3829"/>
                      <a:pt x="3961" y="4606"/>
                    </a:cubicBezTo>
                    <a:cubicBezTo>
                      <a:pt x="5114" y="5082"/>
                      <a:pt x="6392" y="5257"/>
                      <a:pt x="7645" y="5257"/>
                    </a:cubicBezTo>
                    <a:cubicBezTo>
                      <a:pt x="11705" y="5257"/>
                      <a:pt x="15715" y="3353"/>
                      <a:pt x="15941" y="3252"/>
                    </a:cubicBezTo>
                    <a:cubicBezTo>
                      <a:pt x="16041" y="3202"/>
                      <a:pt x="16091" y="3077"/>
                      <a:pt x="16041" y="2977"/>
                    </a:cubicBezTo>
                    <a:cubicBezTo>
                      <a:pt x="16004" y="2903"/>
                      <a:pt x="15927" y="2857"/>
                      <a:pt x="15849" y="2857"/>
                    </a:cubicBezTo>
                    <a:cubicBezTo>
                      <a:pt x="15821" y="2857"/>
                      <a:pt x="15792" y="2863"/>
                      <a:pt x="15765" y="2876"/>
                    </a:cubicBezTo>
                    <a:cubicBezTo>
                      <a:pt x="15707" y="2896"/>
                      <a:pt x="11628" y="4829"/>
                      <a:pt x="7616" y="4829"/>
                    </a:cubicBezTo>
                    <a:cubicBezTo>
                      <a:pt x="6413" y="4829"/>
                      <a:pt x="5217" y="4656"/>
                      <a:pt x="4136" y="4205"/>
                    </a:cubicBezTo>
                    <a:cubicBezTo>
                      <a:pt x="2382" y="3503"/>
                      <a:pt x="1129" y="2125"/>
                      <a:pt x="427" y="145"/>
                    </a:cubicBezTo>
                    <a:cubicBezTo>
                      <a:pt x="408" y="52"/>
                      <a:pt x="334" y="0"/>
                      <a:pt x="257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Google Shape;525;p31"/>
              <p:cNvSpPr/>
              <p:nvPr/>
            </p:nvSpPr>
            <p:spPr>
              <a:xfrm>
                <a:off x="1087134" y="4412102"/>
                <a:ext cx="266356" cy="142969"/>
              </a:xfrm>
              <a:custGeom>
                <a:avLst/>
                <a:gdLst/>
                <a:ahLst/>
                <a:cxnLst/>
                <a:rect l="l" t="t" r="r" b="b"/>
                <a:pathLst>
                  <a:path w="12432" h="6673" extrusionOk="0">
                    <a:moveTo>
                      <a:pt x="12191" y="1"/>
                    </a:moveTo>
                    <a:cubicBezTo>
                      <a:pt x="12101" y="1"/>
                      <a:pt x="12006" y="72"/>
                      <a:pt x="12006" y="181"/>
                    </a:cubicBezTo>
                    <a:cubicBezTo>
                      <a:pt x="11981" y="206"/>
                      <a:pt x="11529" y="2863"/>
                      <a:pt x="9023" y="4642"/>
                    </a:cubicBezTo>
                    <a:cubicBezTo>
                      <a:pt x="7512" y="5727"/>
                      <a:pt x="5585" y="6269"/>
                      <a:pt x="3278" y="6269"/>
                    </a:cubicBezTo>
                    <a:cubicBezTo>
                      <a:pt x="2332" y="6269"/>
                      <a:pt x="1322" y="6178"/>
                      <a:pt x="251" y="5996"/>
                    </a:cubicBezTo>
                    <a:cubicBezTo>
                      <a:pt x="238" y="5992"/>
                      <a:pt x="225" y="5991"/>
                      <a:pt x="213" y="5991"/>
                    </a:cubicBezTo>
                    <a:cubicBezTo>
                      <a:pt x="126" y="5991"/>
                      <a:pt x="47" y="6062"/>
                      <a:pt x="26" y="6171"/>
                    </a:cubicBezTo>
                    <a:cubicBezTo>
                      <a:pt x="1" y="6271"/>
                      <a:pt x="76" y="6372"/>
                      <a:pt x="201" y="6397"/>
                    </a:cubicBezTo>
                    <a:cubicBezTo>
                      <a:pt x="1279" y="6597"/>
                      <a:pt x="2306" y="6672"/>
                      <a:pt x="3284" y="6672"/>
                    </a:cubicBezTo>
                    <a:cubicBezTo>
                      <a:pt x="5665" y="6672"/>
                      <a:pt x="7670" y="6121"/>
                      <a:pt x="9249" y="4993"/>
                    </a:cubicBezTo>
                    <a:cubicBezTo>
                      <a:pt x="11905" y="3113"/>
                      <a:pt x="12382" y="356"/>
                      <a:pt x="12407" y="231"/>
                    </a:cubicBezTo>
                    <a:cubicBezTo>
                      <a:pt x="12432" y="131"/>
                      <a:pt x="12357" y="31"/>
                      <a:pt x="12231" y="6"/>
                    </a:cubicBezTo>
                    <a:cubicBezTo>
                      <a:pt x="12218" y="2"/>
                      <a:pt x="12205" y="1"/>
                      <a:pt x="12191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26" name="Google Shape;526;p31"/>
            <p:cNvGrpSpPr/>
            <p:nvPr/>
          </p:nvGrpSpPr>
          <p:grpSpPr>
            <a:xfrm>
              <a:off x="593111" y="2855372"/>
              <a:ext cx="1467579" cy="1761828"/>
              <a:chOff x="593111" y="2855372"/>
              <a:chExt cx="1467579" cy="1761828"/>
            </a:xfrm>
          </p:grpSpPr>
          <p:sp>
            <p:nvSpPr>
              <p:cNvPr id="527" name="Google Shape;527;p31"/>
              <p:cNvSpPr/>
              <p:nvPr/>
            </p:nvSpPr>
            <p:spPr>
              <a:xfrm>
                <a:off x="943221" y="3590104"/>
                <a:ext cx="598743" cy="649777"/>
              </a:xfrm>
              <a:custGeom>
                <a:avLst/>
                <a:gdLst/>
                <a:ahLst/>
                <a:cxnLst/>
                <a:rect l="l" t="t" r="r" b="b"/>
                <a:pathLst>
                  <a:path w="27946" h="30328" extrusionOk="0">
                    <a:moveTo>
                      <a:pt x="18347" y="0"/>
                    </a:moveTo>
                    <a:cubicBezTo>
                      <a:pt x="17670" y="0"/>
                      <a:pt x="9475" y="401"/>
                      <a:pt x="9475" y="401"/>
                    </a:cubicBezTo>
                    <a:cubicBezTo>
                      <a:pt x="9475" y="401"/>
                      <a:pt x="12231" y="10577"/>
                      <a:pt x="11956" y="11279"/>
                    </a:cubicBezTo>
                    <a:cubicBezTo>
                      <a:pt x="11680" y="11955"/>
                      <a:pt x="1" y="14737"/>
                      <a:pt x="552" y="15439"/>
                    </a:cubicBezTo>
                    <a:cubicBezTo>
                      <a:pt x="1101" y="16138"/>
                      <a:pt x="13923" y="30327"/>
                      <a:pt x="16113" y="30327"/>
                    </a:cubicBezTo>
                    <a:cubicBezTo>
                      <a:pt x="16123" y="30327"/>
                      <a:pt x="16132" y="30327"/>
                      <a:pt x="16141" y="30326"/>
                    </a:cubicBezTo>
                    <a:cubicBezTo>
                      <a:pt x="18221" y="30176"/>
                      <a:pt x="27946" y="15314"/>
                      <a:pt x="27545" y="15013"/>
                    </a:cubicBezTo>
                    <a:cubicBezTo>
                      <a:pt x="27119" y="14737"/>
                      <a:pt x="17670" y="11955"/>
                      <a:pt x="17670" y="11955"/>
                    </a:cubicBezTo>
                    <a:cubicBezTo>
                      <a:pt x="17670" y="11955"/>
                      <a:pt x="19049" y="0"/>
                      <a:pt x="18347" y="0"/>
                    </a:cubicBezTo>
                    <a:close/>
                  </a:path>
                </a:pathLst>
              </a:custGeom>
              <a:solidFill>
                <a:srgbClr val="E68F7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31"/>
              <p:cNvSpPr/>
              <p:nvPr/>
            </p:nvSpPr>
            <p:spPr>
              <a:xfrm>
                <a:off x="623728" y="3870153"/>
                <a:ext cx="1284450" cy="684979"/>
              </a:xfrm>
              <a:custGeom>
                <a:avLst/>
                <a:gdLst/>
                <a:ahLst/>
                <a:cxnLst/>
                <a:rect l="l" t="t" r="r" b="b"/>
                <a:pathLst>
                  <a:path w="59951" h="31971" extrusionOk="0">
                    <a:moveTo>
                      <a:pt x="38339" y="0"/>
                    </a:moveTo>
                    <a:cubicBezTo>
                      <a:pt x="37861" y="0"/>
                      <a:pt x="37518" y="27"/>
                      <a:pt x="37369" y="87"/>
                    </a:cubicBezTo>
                    <a:cubicBezTo>
                      <a:pt x="36382" y="473"/>
                      <a:pt x="31505" y="7617"/>
                      <a:pt x="30215" y="7617"/>
                    </a:cubicBezTo>
                    <a:cubicBezTo>
                      <a:pt x="30162" y="7617"/>
                      <a:pt x="30116" y="7606"/>
                      <a:pt x="30076" y="7581"/>
                    </a:cubicBezTo>
                    <a:cubicBezTo>
                      <a:pt x="29023" y="6955"/>
                      <a:pt x="19650" y="714"/>
                      <a:pt x="19650" y="714"/>
                    </a:cubicBezTo>
                    <a:cubicBezTo>
                      <a:pt x="19650" y="714"/>
                      <a:pt x="12131" y="714"/>
                      <a:pt x="10051" y="2569"/>
                    </a:cubicBezTo>
                    <a:cubicBezTo>
                      <a:pt x="7970" y="4448"/>
                      <a:pt x="0" y="29461"/>
                      <a:pt x="16492" y="31942"/>
                    </a:cubicBezTo>
                    <a:cubicBezTo>
                      <a:pt x="16619" y="31961"/>
                      <a:pt x="17019" y="31971"/>
                      <a:pt x="17639" y="31971"/>
                    </a:cubicBezTo>
                    <a:cubicBezTo>
                      <a:pt x="23492" y="31971"/>
                      <a:pt x="48988" y="31161"/>
                      <a:pt x="50552" y="30413"/>
                    </a:cubicBezTo>
                    <a:cubicBezTo>
                      <a:pt x="59951" y="26052"/>
                      <a:pt x="50301" y="1742"/>
                      <a:pt x="49675" y="1341"/>
                    </a:cubicBezTo>
                    <a:cubicBezTo>
                      <a:pt x="49137" y="975"/>
                      <a:pt x="41236" y="0"/>
                      <a:pt x="38339" y="0"/>
                    </a:cubicBezTo>
                    <a:close/>
                  </a:path>
                </a:pathLst>
              </a:custGeom>
              <a:solidFill>
                <a:srgbClr val="DC49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31"/>
              <p:cNvSpPr/>
              <p:nvPr/>
            </p:nvSpPr>
            <p:spPr>
              <a:xfrm>
                <a:off x="993634" y="3755785"/>
                <a:ext cx="529005" cy="330052"/>
              </a:xfrm>
              <a:custGeom>
                <a:avLst/>
                <a:gdLst/>
                <a:ahLst/>
                <a:cxnLst/>
                <a:rect l="l" t="t" r="r" b="b"/>
                <a:pathLst>
                  <a:path w="24691" h="15405" extrusionOk="0">
                    <a:moveTo>
                      <a:pt x="18607" y="0"/>
                    </a:moveTo>
                    <a:cubicBezTo>
                      <a:pt x="18582" y="0"/>
                      <a:pt x="18563" y="4"/>
                      <a:pt x="18550" y="12"/>
                    </a:cubicBezTo>
                    <a:cubicBezTo>
                      <a:pt x="18249" y="237"/>
                      <a:pt x="14465" y="8759"/>
                      <a:pt x="13638" y="8759"/>
                    </a:cubicBezTo>
                    <a:cubicBezTo>
                      <a:pt x="12811" y="8759"/>
                      <a:pt x="7122" y="1691"/>
                      <a:pt x="6169" y="1265"/>
                    </a:cubicBezTo>
                    <a:cubicBezTo>
                      <a:pt x="6129" y="1248"/>
                      <a:pt x="6082" y="1239"/>
                      <a:pt x="6028" y="1239"/>
                    </a:cubicBezTo>
                    <a:cubicBezTo>
                      <a:pt x="4833" y="1239"/>
                      <a:pt x="405" y="5300"/>
                      <a:pt x="405" y="5300"/>
                    </a:cubicBezTo>
                    <a:cubicBezTo>
                      <a:pt x="0" y="6608"/>
                      <a:pt x="12364" y="15405"/>
                      <a:pt x="15773" y="15405"/>
                    </a:cubicBezTo>
                    <a:cubicBezTo>
                      <a:pt x="15958" y="15405"/>
                      <a:pt x="16116" y="15379"/>
                      <a:pt x="16244" y="15325"/>
                    </a:cubicBezTo>
                    <a:cubicBezTo>
                      <a:pt x="18751" y="14273"/>
                      <a:pt x="24691" y="4172"/>
                      <a:pt x="24164" y="3220"/>
                    </a:cubicBezTo>
                    <a:cubicBezTo>
                      <a:pt x="23682" y="2328"/>
                      <a:pt x="19239" y="0"/>
                      <a:pt x="18607" y="0"/>
                    </a:cubicBezTo>
                    <a:close/>
                  </a:path>
                </a:pathLst>
              </a:custGeom>
              <a:solidFill>
                <a:srgbClr val="DC49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Google Shape;530;p31"/>
              <p:cNvSpPr/>
              <p:nvPr/>
            </p:nvSpPr>
            <p:spPr>
              <a:xfrm>
                <a:off x="809527" y="3002841"/>
                <a:ext cx="851108" cy="682879"/>
              </a:xfrm>
              <a:custGeom>
                <a:avLst/>
                <a:gdLst/>
                <a:ahLst/>
                <a:cxnLst/>
                <a:rect l="l" t="t" r="r" b="b"/>
                <a:pathLst>
                  <a:path w="39725" h="31873" extrusionOk="0">
                    <a:moveTo>
                      <a:pt x="21250" y="1"/>
                    </a:moveTo>
                    <a:cubicBezTo>
                      <a:pt x="15875" y="1"/>
                      <a:pt x="11329" y="1897"/>
                      <a:pt x="11329" y="1897"/>
                    </a:cubicBezTo>
                    <a:cubicBezTo>
                      <a:pt x="7820" y="2598"/>
                      <a:pt x="0" y="9942"/>
                      <a:pt x="476" y="18689"/>
                    </a:cubicBezTo>
                    <a:cubicBezTo>
                      <a:pt x="974" y="27937"/>
                      <a:pt x="8204" y="31872"/>
                      <a:pt x="16285" y="31872"/>
                    </a:cubicBezTo>
                    <a:cubicBezTo>
                      <a:pt x="20402" y="31872"/>
                      <a:pt x="24740" y="30851"/>
                      <a:pt x="28522" y="28989"/>
                    </a:cubicBezTo>
                    <a:cubicBezTo>
                      <a:pt x="39725" y="23451"/>
                      <a:pt x="38923" y="8388"/>
                      <a:pt x="30852" y="2749"/>
                    </a:cubicBezTo>
                    <a:cubicBezTo>
                      <a:pt x="27870" y="658"/>
                      <a:pt x="24416" y="1"/>
                      <a:pt x="21250" y="1"/>
                    </a:cubicBezTo>
                    <a:close/>
                  </a:path>
                </a:pathLst>
              </a:custGeom>
              <a:solidFill>
                <a:srgbClr val="1A1F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31"/>
              <p:cNvSpPr/>
              <p:nvPr/>
            </p:nvSpPr>
            <p:spPr>
              <a:xfrm>
                <a:off x="956119" y="3135698"/>
                <a:ext cx="736741" cy="588566"/>
              </a:xfrm>
              <a:custGeom>
                <a:avLst/>
                <a:gdLst/>
                <a:ahLst/>
                <a:cxnLst/>
                <a:rect l="l" t="t" r="r" b="b"/>
                <a:pathLst>
                  <a:path w="34387" h="27471" extrusionOk="0">
                    <a:moveTo>
                      <a:pt x="17705" y="0"/>
                    </a:moveTo>
                    <a:cubicBezTo>
                      <a:pt x="11413" y="0"/>
                      <a:pt x="2431" y="3039"/>
                      <a:pt x="2431" y="3039"/>
                    </a:cubicBezTo>
                    <a:cubicBezTo>
                      <a:pt x="0" y="4543"/>
                      <a:pt x="2657" y="14869"/>
                      <a:pt x="2657" y="14869"/>
                    </a:cubicBezTo>
                    <a:cubicBezTo>
                      <a:pt x="2657" y="14869"/>
                      <a:pt x="766" y="27470"/>
                      <a:pt x="13302" y="27470"/>
                    </a:cubicBezTo>
                    <a:cubicBezTo>
                      <a:pt x="14381" y="27470"/>
                      <a:pt x="15566" y="27377"/>
                      <a:pt x="16868" y="27174"/>
                    </a:cubicBezTo>
                    <a:cubicBezTo>
                      <a:pt x="16868" y="27174"/>
                      <a:pt x="17628" y="27285"/>
                      <a:pt x="18780" y="27285"/>
                    </a:cubicBezTo>
                    <a:cubicBezTo>
                      <a:pt x="21537" y="27285"/>
                      <a:pt x="26538" y="26650"/>
                      <a:pt x="28747" y="22337"/>
                    </a:cubicBezTo>
                    <a:cubicBezTo>
                      <a:pt x="34386" y="11335"/>
                      <a:pt x="25915" y="7676"/>
                      <a:pt x="23434" y="2237"/>
                    </a:cubicBezTo>
                    <a:cubicBezTo>
                      <a:pt x="22681" y="578"/>
                      <a:pt x="20449" y="0"/>
                      <a:pt x="17705" y="0"/>
                    </a:cubicBezTo>
                    <a:close/>
                  </a:path>
                </a:pathLst>
              </a:custGeom>
              <a:solidFill>
                <a:srgbClr val="E68F7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p31"/>
              <p:cNvSpPr/>
              <p:nvPr/>
            </p:nvSpPr>
            <p:spPr>
              <a:xfrm>
                <a:off x="1226205" y="3700380"/>
                <a:ext cx="207844" cy="27210"/>
              </a:xfrm>
              <a:custGeom>
                <a:avLst/>
                <a:gdLst/>
                <a:ahLst/>
                <a:cxnLst/>
                <a:rect l="l" t="t" r="r" b="b"/>
                <a:pathLst>
                  <a:path w="9701" h="1270" extrusionOk="0">
                    <a:moveTo>
                      <a:pt x="9453" y="0"/>
                    </a:moveTo>
                    <a:cubicBezTo>
                      <a:pt x="9428" y="0"/>
                      <a:pt x="9402" y="5"/>
                      <a:pt x="9374" y="16"/>
                    </a:cubicBezTo>
                    <a:cubicBezTo>
                      <a:pt x="7490" y="689"/>
                      <a:pt x="5335" y="866"/>
                      <a:pt x="3595" y="866"/>
                    </a:cubicBezTo>
                    <a:cubicBezTo>
                      <a:pt x="1703" y="866"/>
                      <a:pt x="303" y="656"/>
                      <a:pt x="277" y="643"/>
                    </a:cubicBezTo>
                    <a:cubicBezTo>
                      <a:pt x="151" y="643"/>
                      <a:pt x="51" y="718"/>
                      <a:pt x="26" y="818"/>
                    </a:cubicBezTo>
                    <a:cubicBezTo>
                      <a:pt x="1" y="944"/>
                      <a:pt x="76" y="1044"/>
                      <a:pt x="201" y="1069"/>
                    </a:cubicBezTo>
                    <a:cubicBezTo>
                      <a:pt x="226" y="1069"/>
                      <a:pt x="1655" y="1270"/>
                      <a:pt x="3560" y="1270"/>
                    </a:cubicBezTo>
                    <a:cubicBezTo>
                      <a:pt x="5339" y="1270"/>
                      <a:pt x="7570" y="1094"/>
                      <a:pt x="9525" y="417"/>
                    </a:cubicBezTo>
                    <a:cubicBezTo>
                      <a:pt x="9625" y="367"/>
                      <a:pt x="9700" y="242"/>
                      <a:pt x="9650" y="142"/>
                    </a:cubicBezTo>
                    <a:cubicBezTo>
                      <a:pt x="9611" y="63"/>
                      <a:pt x="9541" y="0"/>
                      <a:pt x="9453" y="0"/>
                    </a:cubicBezTo>
                    <a:close/>
                  </a:path>
                </a:pathLst>
              </a:custGeom>
              <a:solidFill>
                <a:srgbClr val="2417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533;p31"/>
              <p:cNvSpPr/>
              <p:nvPr/>
            </p:nvSpPr>
            <p:spPr>
              <a:xfrm>
                <a:off x="1338987" y="3413625"/>
                <a:ext cx="79487" cy="66953"/>
              </a:xfrm>
              <a:custGeom>
                <a:avLst/>
                <a:gdLst/>
                <a:ahLst/>
                <a:cxnLst/>
                <a:rect l="l" t="t" r="r" b="b"/>
                <a:pathLst>
                  <a:path w="3710" h="3125" extrusionOk="0">
                    <a:moveTo>
                      <a:pt x="2572" y="1"/>
                    </a:moveTo>
                    <a:cubicBezTo>
                      <a:pt x="1681" y="1"/>
                      <a:pt x="510" y="241"/>
                      <a:pt x="201" y="293"/>
                    </a:cubicBezTo>
                    <a:cubicBezTo>
                      <a:pt x="75" y="318"/>
                      <a:pt x="0" y="443"/>
                      <a:pt x="25" y="543"/>
                    </a:cubicBezTo>
                    <a:cubicBezTo>
                      <a:pt x="47" y="652"/>
                      <a:pt x="145" y="723"/>
                      <a:pt x="236" y="723"/>
                    </a:cubicBezTo>
                    <a:cubicBezTo>
                      <a:pt x="249" y="723"/>
                      <a:pt x="263" y="722"/>
                      <a:pt x="276" y="719"/>
                    </a:cubicBezTo>
                    <a:cubicBezTo>
                      <a:pt x="1172" y="530"/>
                      <a:pt x="2067" y="420"/>
                      <a:pt x="2642" y="420"/>
                    </a:cubicBezTo>
                    <a:cubicBezTo>
                      <a:pt x="2984" y="420"/>
                      <a:pt x="3211" y="459"/>
                      <a:pt x="3258" y="543"/>
                    </a:cubicBezTo>
                    <a:cubicBezTo>
                      <a:pt x="3283" y="994"/>
                      <a:pt x="2582" y="2172"/>
                      <a:pt x="2130" y="2799"/>
                    </a:cubicBezTo>
                    <a:cubicBezTo>
                      <a:pt x="2055" y="2899"/>
                      <a:pt x="2080" y="3024"/>
                      <a:pt x="2181" y="3075"/>
                    </a:cubicBezTo>
                    <a:cubicBezTo>
                      <a:pt x="2206" y="3100"/>
                      <a:pt x="2256" y="3125"/>
                      <a:pt x="2306" y="3125"/>
                    </a:cubicBezTo>
                    <a:cubicBezTo>
                      <a:pt x="2356" y="3125"/>
                      <a:pt x="2431" y="3100"/>
                      <a:pt x="2456" y="3024"/>
                    </a:cubicBezTo>
                    <a:cubicBezTo>
                      <a:pt x="2607" y="2849"/>
                      <a:pt x="3709" y="1270"/>
                      <a:pt x="3684" y="518"/>
                    </a:cubicBezTo>
                    <a:cubicBezTo>
                      <a:pt x="3684" y="393"/>
                      <a:pt x="3609" y="293"/>
                      <a:pt x="3509" y="192"/>
                    </a:cubicBezTo>
                    <a:cubicBezTo>
                      <a:pt x="3328" y="51"/>
                      <a:pt x="2979" y="1"/>
                      <a:pt x="2572" y="1"/>
                    </a:cubicBezTo>
                    <a:close/>
                  </a:path>
                </a:pathLst>
              </a:custGeom>
              <a:solidFill>
                <a:srgbClr val="2417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31"/>
              <p:cNvSpPr/>
              <p:nvPr/>
            </p:nvSpPr>
            <p:spPr>
              <a:xfrm>
                <a:off x="1154259" y="3371761"/>
                <a:ext cx="100976" cy="111496"/>
              </a:xfrm>
              <a:custGeom>
                <a:avLst/>
                <a:gdLst/>
                <a:ahLst/>
                <a:cxnLst/>
                <a:rect l="l" t="t" r="r" b="b"/>
                <a:pathLst>
                  <a:path w="4713" h="5204" extrusionOk="0">
                    <a:moveTo>
                      <a:pt x="3126" y="0"/>
                    </a:moveTo>
                    <a:cubicBezTo>
                      <a:pt x="3103" y="0"/>
                      <a:pt x="3080" y="5"/>
                      <a:pt x="3058" y="16"/>
                    </a:cubicBezTo>
                    <a:cubicBezTo>
                      <a:pt x="2933" y="41"/>
                      <a:pt x="2883" y="166"/>
                      <a:pt x="2908" y="267"/>
                    </a:cubicBezTo>
                    <a:cubicBezTo>
                      <a:pt x="3434" y="1795"/>
                      <a:pt x="3935" y="4352"/>
                      <a:pt x="3183" y="4753"/>
                    </a:cubicBezTo>
                    <a:cubicBezTo>
                      <a:pt x="3133" y="4778"/>
                      <a:pt x="3083" y="4790"/>
                      <a:pt x="3030" y="4790"/>
                    </a:cubicBezTo>
                    <a:cubicBezTo>
                      <a:pt x="2977" y="4790"/>
                      <a:pt x="2920" y="4778"/>
                      <a:pt x="2858" y="4753"/>
                    </a:cubicBezTo>
                    <a:cubicBezTo>
                      <a:pt x="1980" y="4427"/>
                      <a:pt x="802" y="1921"/>
                      <a:pt x="427" y="993"/>
                    </a:cubicBezTo>
                    <a:cubicBezTo>
                      <a:pt x="390" y="920"/>
                      <a:pt x="313" y="874"/>
                      <a:pt x="235" y="874"/>
                    </a:cubicBezTo>
                    <a:cubicBezTo>
                      <a:pt x="206" y="874"/>
                      <a:pt x="178" y="880"/>
                      <a:pt x="151" y="893"/>
                    </a:cubicBezTo>
                    <a:cubicBezTo>
                      <a:pt x="51" y="918"/>
                      <a:pt x="0" y="1044"/>
                      <a:pt x="51" y="1144"/>
                    </a:cubicBezTo>
                    <a:cubicBezTo>
                      <a:pt x="176" y="1520"/>
                      <a:pt x="1504" y="4678"/>
                      <a:pt x="2707" y="5154"/>
                    </a:cubicBezTo>
                    <a:cubicBezTo>
                      <a:pt x="2807" y="5179"/>
                      <a:pt x="2933" y="5204"/>
                      <a:pt x="3033" y="5204"/>
                    </a:cubicBezTo>
                    <a:cubicBezTo>
                      <a:pt x="3133" y="5204"/>
                      <a:pt x="3259" y="5179"/>
                      <a:pt x="3359" y="5129"/>
                    </a:cubicBezTo>
                    <a:cubicBezTo>
                      <a:pt x="4712" y="4452"/>
                      <a:pt x="3459" y="592"/>
                      <a:pt x="3309" y="141"/>
                    </a:cubicBezTo>
                    <a:cubicBezTo>
                      <a:pt x="3289" y="63"/>
                      <a:pt x="3208" y="0"/>
                      <a:pt x="3126" y="0"/>
                    </a:cubicBezTo>
                    <a:close/>
                  </a:path>
                </a:pathLst>
              </a:custGeom>
              <a:solidFill>
                <a:srgbClr val="2417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Google Shape;535;p31"/>
              <p:cNvSpPr/>
              <p:nvPr/>
            </p:nvSpPr>
            <p:spPr>
              <a:xfrm>
                <a:off x="1426509" y="3296387"/>
                <a:ext cx="74109" cy="108475"/>
              </a:xfrm>
              <a:custGeom>
                <a:avLst/>
                <a:gdLst/>
                <a:ahLst/>
                <a:cxnLst/>
                <a:rect l="l" t="t" r="r" b="b"/>
                <a:pathLst>
                  <a:path w="3459" h="5063" extrusionOk="0">
                    <a:moveTo>
                      <a:pt x="2532" y="0"/>
                    </a:moveTo>
                    <a:cubicBezTo>
                      <a:pt x="2406" y="25"/>
                      <a:pt x="2331" y="150"/>
                      <a:pt x="2356" y="251"/>
                    </a:cubicBezTo>
                    <a:cubicBezTo>
                      <a:pt x="2532" y="1153"/>
                      <a:pt x="2908" y="3659"/>
                      <a:pt x="2356" y="4436"/>
                    </a:cubicBezTo>
                    <a:cubicBezTo>
                      <a:pt x="2281" y="4562"/>
                      <a:pt x="2181" y="4612"/>
                      <a:pt x="2081" y="4637"/>
                    </a:cubicBezTo>
                    <a:cubicBezTo>
                      <a:pt x="2054" y="4641"/>
                      <a:pt x="2029" y="4643"/>
                      <a:pt x="2005" y="4643"/>
                    </a:cubicBezTo>
                    <a:cubicBezTo>
                      <a:pt x="1894" y="4643"/>
                      <a:pt x="1808" y="4598"/>
                      <a:pt x="1705" y="4536"/>
                    </a:cubicBezTo>
                    <a:cubicBezTo>
                      <a:pt x="978" y="3985"/>
                      <a:pt x="552" y="1805"/>
                      <a:pt x="426" y="1003"/>
                    </a:cubicBezTo>
                    <a:cubicBezTo>
                      <a:pt x="426" y="913"/>
                      <a:pt x="346" y="823"/>
                      <a:pt x="240" y="823"/>
                    </a:cubicBezTo>
                    <a:cubicBezTo>
                      <a:pt x="227" y="823"/>
                      <a:pt x="214" y="825"/>
                      <a:pt x="201" y="827"/>
                    </a:cubicBezTo>
                    <a:cubicBezTo>
                      <a:pt x="75" y="852"/>
                      <a:pt x="0" y="953"/>
                      <a:pt x="25" y="1053"/>
                    </a:cubicBezTo>
                    <a:cubicBezTo>
                      <a:pt x="25" y="1178"/>
                      <a:pt x="426" y="4110"/>
                      <a:pt x="1454" y="4862"/>
                    </a:cubicBezTo>
                    <a:cubicBezTo>
                      <a:pt x="1629" y="4988"/>
                      <a:pt x="1805" y="5063"/>
                      <a:pt x="2005" y="5063"/>
                    </a:cubicBezTo>
                    <a:cubicBezTo>
                      <a:pt x="2030" y="5063"/>
                      <a:pt x="2081" y="5063"/>
                      <a:pt x="2131" y="5038"/>
                    </a:cubicBezTo>
                    <a:cubicBezTo>
                      <a:pt x="2356" y="5013"/>
                      <a:pt x="2557" y="4887"/>
                      <a:pt x="2707" y="4662"/>
                    </a:cubicBezTo>
                    <a:cubicBezTo>
                      <a:pt x="3459" y="3584"/>
                      <a:pt x="2807" y="301"/>
                      <a:pt x="2757" y="176"/>
                    </a:cubicBezTo>
                    <a:cubicBezTo>
                      <a:pt x="2757" y="50"/>
                      <a:pt x="2632" y="0"/>
                      <a:pt x="2532" y="0"/>
                    </a:cubicBezTo>
                    <a:close/>
                  </a:path>
                </a:pathLst>
              </a:custGeom>
              <a:solidFill>
                <a:srgbClr val="2417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31"/>
              <p:cNvSpPr/>
              <p:nvPr/>
            </p:nvSpPr>
            <p:spPr>
              <a:xfrm>
                <a:off x="1333395" y="3507918"/>
                <a:ext cx="153274" cy="126815"/>
              </a:xfrm>
              <a:custGeom>
                <a:avLst/>
                <a:gdLst/>
                <a:ahLst/>
                <a:cxnLst/>
                <a:rect l="l" t="t" r="r" b="b"/>
                <a:pathLst>
                  <a:path w="7154" h="5919" extrusionOk="0">
                    <a:moveTo>
                      <a:pt x="3793" y="0"/>
                    </a:moveTo>
                    <a:cubicBezTo>
                      <a:pt x="3785" y="0"/>
                      <a:pt x="3777" y="1"/>
                      <a:pt x="3770" y="2"/>
                    </a:cubicBezTo>
                    <a:cubicBezTo>
                      <a:pt x="3218" y="52"/>
                      <a:pt x="2918" y="1932"/>
                      <a:pt x="2918" y="1932"/>
                    </a:cubicBezTo>
                    <a:cubicBezTo>
                      <a:pt x="2918" y="1932"/>
                      <a:pt x="2199" y="877"/>
                      <a:pt x="1370" y="877"/>
                    </a:cubicBezTo>
                    <a:cubicBezTo>
                      <a:pt x="1352" y="877"/>
                      <a:pt x="1333" y="878"/>
                      <a:pt x="1314" y="879"/>
                    </a:cubicBezTo>
                    <a:cubicBezTo>
                      <a:pt x="487" y="904"/>
                      <a:pt x="361" y="3009"/>
                      <a:pt x="361" y="3009"/>
                    </a:cubicBezTo>
                    <a:cubicBezTo>
                      <a:pt x="0" y="4541"/>
                      <a:pt x="1540" y="5918"/>
                      <a:pt x="3158" y="5918"/>
                    </a:cubicBezTo>
                    <a:cubicBezTo>
                      <a:pt x="3896" y="5918"/>
                      <a:pt x="4651" y="5631"/>
                      <a:pt x="5249" y="4939"/>
                    </a:cubicBezTo>
                    <a:cubicBezTo>
                      <a:pt x="7153" y="2763"/>
                      <a:pt x="4396" y="0"/>
                      <a:pt x="3793" y="0"/>
                    </a:cubicBezTo>
                    <a:close/>
                  </a:path>
                </a:pathLst>
              </a:custGeom>
              <a:solidFill>
                <a:srgbClr val="DC49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31"/>
              <p:cNvSpPr/>
              <p:nvPr/>
            </p:nvSpPr>
            <p:spPr>
              <a:xfrm>
                <a:off x="1283667" y="3461232"/>
                <a:ext cx="175621" cy="140162"/>
              </a:xfrm>
              <a:custGeom>
                <a:avLst/>
                <a:gdLst/>
                <a:ahLst/>
                <a:cxnLst/>
                <a:rect l="l" t="t" r="r" b="b"/>
                <a:pathLst>
                  <a:path w="8197" h="6542" extrusionOk="0">
                    <a:moveTo>
                      <a:pt x="7996" y="0"/>
                    </a:moveTo>
                    <a:cubicBezTo>
                      <a:pt x="7870" y="0"/>
                      <a:pt x="7795" y="76"/>
                      <a:pt x="7770" y="201"/>
                    </a:cubicBezTo>
                    <a:cubicBezTo>
                      <a:pt x="7770" y="226"/>
                      <a:pt x="7595" y="4437"/>
                      <a:pt x="6066" y="5765"/>
                    </a:cubicBezTo>
                    <a:cubicBezTo>
                      <a:pt x="5787" y="6001"/>
                      <a:pt x="5472" y="6127"/>
                      <a:pt x="5135" y="6127"/>
                    </a:cubicBezTo>
                    <a:cubicBezTo>
                      <a:pt x="5078" y="6127"/>
                      <a:pt x="5021" y="6123"/>
                      <a:pt x="4963" y="6116"/>
                    </a:cubicBezTo>
                    <a:cubicBezTo>
                      <a:pt x="2306" y="5840"/>
                      <a:pt x="452" y="1228"/>
                      <a:pt x="427" y="1178"/>
                    </a:cubicBezTo>
                    <a:cubicBezTo>
                      <a:pt x="406" y="1095"/>
                      <a:pt x="316" y="1047"/>
                      <a:pt x="215" y="1047"/>
                    </a:cubicBezTo>
                    <a:cubicBezTo>
                      <a:pt x="194" y="1047"/>
                      <a:pt x="172" y="1049"/>
                      <a:pt x="151" y="1053"/>
                    </a:cubicBezTo>
                    <a:cubicBezTo>
                      <a:pt x="51" y="1103"/>
                      <a:pt x="1" y="1228"/>
                      <a:pt x="51" y="1329"/>
                    </a:cubicBezTo>
                    <a:cubicBezTo>
                      <a:pt x="126" y="1529"/>
                      <a:pt x="2031" y="6241"/>
                      <a:pt x="4913" y="6542"/>
                    </a:cubicBezTo>
                    <a:lnTo>
                      <a:pt x="5113" y="6542"/>
                    </a:lnTo>
                    <a:cubicBezTo>
                      <a:pt x="5565" y="6542"/>
                      <a:pt x="5966" y="6391"/>
                      <a:pt x="6341" y="6066"/>
                    </a:cubicBezTo>
                    <a:cubicBezTo>
                      <a:pt x="7996" y="4637"/>
                      <a:pt x="8196" y="376"/>
                      <a:pt x="8196" y="201"/>
                    </a:cubicBezTo>
                    <a:cubicBezTo>
                      <a:pt x="8196" y="101"/>
                      <a:pt x="8121" y="0"/>
                      <a:pt x="7996" y="0"/>
                    </a:cubicBezTo>
                    <a:close/>
                  </a:path>
                </a:pathLst>
              </a:custGeom>
              <a:solidFill>
                <a:srgbClr val="2417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Google Shape;538;p31"/>
              <p:cNvSpPr/>
              <p:nvPr/>
            </p:nvSpPr>
            <p:spPr>
              <a:xfrm>
                <a:off x="993698" y="3020131"/>
                <a:ext cx="552572" cy="334123"/>
              </a:xfrm>
              <a:custGeom>
                <a:avLst/>
                <a:gdLst/>
                <a:ahLst/>
                <a:cxnLst/>
                <a:rect l="l" t="t" r="r" b="b"/>
                <a:pathLst>
                  <a:path w="25791" h="15595" extrusionOk="0">
                    <a:moveTo>
                      <a:pt x="12095" y="0"/>
                    </a:moveTo>
                    <a:cubicBezTo>
                      <a:pt x="3457" y="0"/>
                      <a:pt x="1" y="4623"/>
                      <a:pt x="1" y="4623"/>
                    </a:cubicBezTo>
                    <a:cubicBezTo>
                      <a:pt x="1" y="4623"/>
                      <a:pt x="602" y="14924"/>
                      <a:pt x="1379" y="15476"/>
                    </a:cubicBezTo>
                    <a:cubicBezTo>
                      <a:pt x="1499" y="15558"/>
                      <a:pt x="1758" y="15594"/>
                      <a:pt x="2114" y="15594"/>
                    </a:cubicBezTo>
                    <a:cubicBezTo>
                      <a:pt x="4147" y="15594"/>
                      <a:pt x="9325" y="14400"/>
                      <a:pt x="9474" y="13696"/>
                    </a:cubicBezTo>
                    <a:cubicBezTo>
                      <a:pt x="9642" y="12880"/>
                      <a:pt x="9144" y="8154"/>
                      <a:pt x="9300" y="8154"/>
                    </a:cubicBezTo>
                    <a:cubicBezTo>
                      <a:pt x="9306" y="8154"/>
                      <a:pt x="9315" y="8163"/>
                      <a:pt x="9324" y="8182"/>
                    </a:cubicBezTo>
                    <a:cubicBezTo>
                      <a:pt x="9571" y="8626"/>
                      <a:pt x="10473" y="13248"/>
                      <a:pt x="11243" y="13248"/>
                    </a:cubicBezTo>
                    <a:cubicBezTo>
                      <a:pt x="11255" y="13248"/>
                      <a:pt x="11267" y="13247"/>
                      <a:pt x="11279" y="13245"/>
                    </a:cubicBezTo>
                    <a:cubicBezTo>
                      <a:pt x="12031" y="13095"/>
                      <a:pt x="18547" y="11967"/>
                      <a:pt x="18647" y="11616"/>
                    </a:cubicBezTo>
                    <a:cubicBezTo>
                      <a:pt x="18748" y="11265"/>
                      <a:pt x="18096" y="6604"/>
                      <a:pt x="18096" y="6603"/>
                    </a:cubicBezTo>
                    <a:lnTo>
                      <a:pt x="18096" y="6603"/>
                    </a:lnTo>
                    <a:cubicBezTo>
                      <a:pt x="18096" y="6604"/>
                      <a:pt x="20225" y="10614"/>
                      <a:pt x="21088" y="10614"/>
                    </a:cubicBezTo>
                    <a:cubicBezTo>
                      <a:pt x="21093" y="10614"/>
                      <a:pt x="21098" y="10614"/>
                      <a:pt x="21104" y="10613"/>
                    </a:cubicBezTo>
                    <a:cubicBezTo>
                      <a:pt x="21981" y="10563"/>
                      <a:pt x="24938" y="9110"/>
                      <a:pt x="25364" y="8734"/>
                    </a:cubicBezTo>
                    <a:cubicBezTo>
                      <a:pt x="25790" y="8358"/>
                      <a:pt x="24362" y="914"/>
                      <a:pt x="14186" y="87"/>
                    </a:cubicBezTo>
                    <a:cubicBezTo>
                      <a:pt x="13458" y="28"/>
                      <a:pt x="12761" y="0"/>
                      <a:pt x="12095" y="0"/>
                    </a:cubicBezTo>
                    <a:close/>
                  </a:path>
                </a:pathLst>
              </a:custGeom>
              <a:solidFill>
                <a:srgbClr val="1A1F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Google Shape;539;p31"/>
              <p:cNvSpPr/>
              <p:nvPr/>
            </p:nvSpPr>
            <p:spPr>
              <a:xfrm>
                <a:off x="855699" y="3407177"/>
                <a:ext cx="236832" cy="156381"/>
              </a:xfrm>
              <a:custGeom>
                <a:avLst/>
                <a:gdLst/>
                <a:ahLst/>
                <a:cxnLst/>
                <a:rect l="l" t="t" r="r" b="b"/>
                <a:pathLst>
                  <a:path w="11054" h="7299" extrusionOk="0">
                    <a:moveTo>
                      <a:pt x="3480" y="0"/>
                    </a:moveTo>
                    <a:cubicBezTo>
                      <a:pt x="2714" y="0"/>
                      <a:pt x="1965" y="401"/>
                      <a:pt x="1429" y="1596"/>
                    </a:cubicBezTo>
                    <a:cubicBezTo>
                      <a:pt x="1" y="4855"/>
                      <a:pt x="4138" y="7299"/>
                      <a:pt x="7114" y="7299"/>
                    </a:cubicBezTo>
                    <a:cubicBezTo>
                      <a:pt x="7480" y="7299"/>
                      <a:pt x="7828" y="7262"/>
                      <a:pt x="8146" y="7185"/>
                    </a:cubicBezTo>
                    <a:cubicBezTo>
                      <a:pt x="11053" y="6508"/>
                      <a:pt x="6667" y="1671"/>
                      <a:pt x="6667" y="1671"/>
                    </a:cubicBezTo>
                    <a:cubicBezTo>
                      <a:pt x="6667" y="1671"/>
                      <a:pt x="5041" y="0"/>
                      <a:pt x="3480" y="0"/>
                    </a:cubicBezTo>
                    <a:close/>
                  </a:path>
                </a:pathLst>
              </a:custGeom>
              <a:solidFill>
                <a:srgbClr val="E68F7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Google Shape;540;p31"/>
              <p:cNvSpPr/>
              <p:nvPr/>
            </p:nvSpPr>
            <p:spPr>
              <a:xfrm>
                <a:off x="911019" y="3429951"/>
                <a:ext cx="90221" cy="101105"/>
              </a:xfrm>
              <a:custGeom>
                <a:avLst/>
                <a:gdLst/>
                <a:ahLst/>
                <a:cxnLst/>
                <a:rect l="l" t="t" r="r" b="b"/>
                <a:pathLst>
                  <a:path w="4211" h="4719" extrusionOk="0">
                    <a:moveTo>
                      <a:pt x="799" y="0"/>
                    </a:moveTo>
                    <a:cubicBezTo>
                      <a:pt x="711" y="0"/>
                      <a:pt x="618" y="49"/>
                      <a:pt x="576" y="132"/>
                    </a:cubicBezTo>
                    <a:cubicBezTo>
                      <a:pt x="100" y="1385"/>
                      <a:pt x="0" y="3140"/>
                      <a:pt x="777" y="4067"/>
                    </a:cubicBezTo>
                    <a:cubicBezTo>
                      <a:pt x="1053" y="4393"/>
                      <a:pt x="1504" y="4719"/>
                      <a:pt x="2231" y="4719"/>
                    </a:cubicBezTo>
                    <a:cubicBezTo>
                      <a:pt x="2431" y="4719"/>
                      <a:pt x="2632" y="4693"/>
                      <a:pt x="2832" y="4643"/>
                    </a:cubicBezTo>
                    <a:cubicBezTo>
                      <a:pt x="3860" y="4443"/>
                      <a:pt x="4211" y="3816"/>
                      <a:pt x="4186" y="3315"/>
                    </a:cubicBezTo>
                    <a:cubicBezTo>
                      <a:pt x="4160" y="2839"/>
                      <a:pt x="3810" y="2438"/>
                      <a:pt x="3383" y="2388"/>
                    </a:cubicBezTo>
                    <a:cubicBezTo>
                      <a:pt x="3365" y="2386"/>
                      <a:pt x="3344" y="2385"/>
                      <a:pt x="3321" y="2385"/>
                    </a:cubicBezTo>
                    <a:cubicBezTo>
                      <a:pt x="3040" y="2385"/>
                      <a:pt x="2482" y="2563"/>
                      <a:pt x="2180" y="3791"/>
                    </a:cubicBezTo>
                    <a:cubicBezTo>
                      <a:pt x="2155" y="3891"/>
                      <a:pt x="2231" y="4017"/>
                      <a:pt x="2331" y="4042"/>
                    </a:cubicBezTo>
                    <a:cubicBezTo>
                      <a:pt x="2347" y="4045"/>
                      <a:pt x="2363" y="4047"/>
                      <a:pt x="2379" y="4047"/>
                    </a:cubicBezTo>
                    <a:cubicBezTo>
                      <a:pt x="2481" y="4047"/>
                      <a:pt x="2560" y="3979"/>
                      <a:pt x="2581" y="3891"/>
                    </a:cubicBezTo>
                    <a:cubicBezTo>
                      <a:pt x="2798" y="3098"/>
                      <a:pt x="3083" y="2812"/>
                      <a:pt x="3327" y="2812"/>
                    </a:cubicBezTo>
                    <a:cubicBezTo>
                      <a:pt x="3338" y="2812"/>
                      <a:pt x="3348" y="2813"/>
                      <a:pt x="3358" y="2814"/>
                    </a:cubicBezTo>
                    <a:cubicBezTo>
                      <a:pt x="3559" y="2814"/>
                      <a:pt x="3759" y="3064"/>
                      <a:pt x="3759" y="3340"/>
                    </a:cubicBezTo>
                    <a:cubicBezTo>
                      <a:pt x="3784" y="3766"/>
                      <a:pt x="3409" y="4117"/>
                      <a:pt x="2757" y="4242"/>
                    </a:cubicBezTo>
                    <a:cubicBezTo>
                      <a:pt x="2573" y="4280"/>
                      <a:pt x="2401" y="4299"/>
                      <a:pt x="2240" y="4299"/>
                    </a:cubicBezTo>
                    <a:cubicBezTo>
                      <a:pt x="1763" y="4299"/>
                      <a:pt x="1384" y="4135"/>
                      <a:pt x="1103" y="3816"/>
                    </a:cubicBezTo>
                    <a:cubicBezTo>
                      <a:pt x="426" y="2989"/>
                      <a:pt x="526" y="1385"/>
                      <a:pt x="977" y="282"/>
                    </a:cubicBezTo>
                    <a:cubicBezTo>
                      <a:pt x="1003" y="182"/>
                      <a:pt x="952" y="57"/>
                      <a:pt x="852" y="7"/>
                    </a:cubicBezTo>
                    <a:cubicBezTo>
                      <a:pt x="835" y="2"/>
                      <a:pt x="817" y="0"/>
                      <a:pt x="799" y="0"/>
                    </a:cubicBezTo>
                    <a:close/>
                  </a:path>
                </a:pathLst>
              </a:custGeom>
              <a:solidFill>
                <a:srgbClr val="2417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Google Shape;541;p31"/>
              <p:cNvSpPr/>
              <p:nvPr/>
            </p:nvSpPr>
            <p:spPr>
              <a:xfrm>
                <a:off x="667757" y="2954163"/>
                <a:ext cx="304492" cy="297293"/>
              </a:xfrm>
              <a:custGeom>
                <a:avLst/>
                <a:gdLst/>
                <a:ahLst/>
                <a:cxnLst/>
                <a:rect l="l" t="t" r="r" b="b"/>
                <a:pathLst>
                  <a:path w="14212" h="13876" extrusionOk="0">
                    <a:moveTo>
                      <a:pt x="7117" y="1"/>
                    </a:moveTo>
                    <a:cubicBezTo>
                      <a:pt x="7009" y="1"/>
                      <a:pt x="6901" y="3"/>
                      <a:pt x="6793" y="8"/>
                    </a:cubicBezTo>
                    <a:cubicBezTo>
                      <a:pt x="2958" y="184"/>
                      <a:pt x="1" y="3442"/>
                      <a:pt x="176" y="7251"/>
                    </a:cubicBezTo>
                    <a:cubicBezTo>
                      <a:pt x="346" y="10977"/>
                      <a:pt x="3428" y="13875"/>
                      <a:pt x="7120" y="13875"/>
                    </a:cubicBezTo>
                    <a:cubicBezTo>
                      <a:pt x="7228" y="13875"/>
                      <a:pt x="7336" y="13873"/>
                      <a:pt x="7444" y="13868"/>
                    </a:cubicBezTo>
                    <a:cubicBezTo>
                      <a:pt x="11254" y="13692"/>
                      <a:pt x="14211" y="10434"/>
                      <a:pt x="14036" y="6625"/>
                    </a:cubicBezTo>
                    <a:cubicBezTo>
                      <a:pt x="13865" y="2899"/>
                      <a:pt x="10808" y="1"/>
                      <a:pt x="7117" y="1"/>
                    </a:cubicBezTo>
                    <a:close/>
                  </a:path>
                </a:pathLst>
              </a:custGeom>
              <a:solidFill>
                <a:srgbClr val="1A1F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Google Shape;542;p31"/>
              <p:cNvSpPr/>
              <p:nvPr/>
            </p:nvSpPr>
            <p:spPr>
              <a:xfrm>
                <a:off x="1318569" y="2855372"/>
                <a:ext cx="304492" cy="297272"/>
              </a:xfrm>
              <a:custGeom>
                <a:avLst/>
                <a:gdLst/>
                <a:ahLst/>
                <a:cxnLst/>
                <a:rect l="l" t="t" r="r" b="b"/>
                <a:pathLst>
                  <a:path w="14212" h="13875" extrusionOk="0">
                    <a:moveTo>
                      <a:pt x="7115" y="0"/>
                    </a:moveTo>
                    <a:cubicBezTo>
                      <a:pt x="7008" y="0"/>
                      <a:pt x="6900" y="3"/>
                      <a:pt x="6793" y="8"/>
                    </a:cubicBezTo>
                    <a:cubicBezTo>
                      <a:pt x="2958" y="183"/>
                      <a:pt x="1" y="3441"/>
                      <a:pt x="176" y="7251"/>
                    </a:cubicBezTo>
                    <a:cubicBezTo>
                      <a:pt x="347" y="10977"/>
                      <a:pt x="3428" y="13875"/>
                      <a:pt x="7120" y="13875"/>
                    </a:cubicBezTo>
                    <a:cubicBezTo>
                      <a:pt x="7228" y="13875"/>
                      <a:pt x="7336" y="13872"/>
                      <a:pt x="7444" y="13867"/>
                    </a:cubicBezTo>
                    <a:cubicBezTo>
                      <a:pt x="11254" y="13692"/>
                      <a:pt x="14211" y="10434"/>
                      <a:pt x="14036" y="6599"/>
                    </a:cubicBezTo>
                    <a:cubicBezTo>
                      <a:pt x="13865" y="2897"/>
                      <a:pt x="10784" y="0"/>
                      <a:pt x="7115" y="0"/>
                    </a:cubicBezTo>
                    <a:close/>
                  </a:path>
                </a:pathLst>
              </a:custGeom>
              <a:solidFill>
                <a:srgbClr val="1A1F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Google Shape;543;p31"/>
              <p:cNvSpPr/>
              <p:nvPr/>
            </p:nvSpPr>
            <p:spPr>
              <a:xfrm>
                <a:off x="940028" y="3150825"/>
                <a:ext cx="106868" cy="322275"/>
              </a:xfrm>
              <a:custGeom>
                <a:avLst/>
                <a:gdLst/>
                <a:ahLst/>
                <a:cxnLst/>
                <a:rect l="l" t="t" r="r" b="b"/>
                <a:pathLst>
                  <a:path w="4988" h="15042" extrusionOk="0">
                    <a:moveTo>
                      <a:pt x="4255" y="0"/>
                    </a:moveTo>
                    <a:cubicBezTo>
                      <a:pt x="2921" y="0"/>
                      <a:pt x="112" y="2165"/>
                      <a:pt x="75" y="6193"/>
                    </a:cubicBezTo>
                    <a:cubicBezTo>
                      <a:pt x="1" y="12800"/>
                      <a:pt x="2874" y="15042"/>
                      <a:pt x="3999" y="15042"/>
                    </a:cubicBezTo>
                    <a:cubicBezTo>
                      <a:pt x="4405" y="15042"/>
                      <a:pt x="4583" y="14749"/>
                      <a:pt x="4310" y="14263"/>
                    </a:cubicBezTo>
                    <a:cubicBezTo>
                      <a:pt x="3283" y="12408"/>
                      <a:pt x="4937" y="754"/>
                      <a:pt x="4937" y="754"/>
                    </a:cubicBezTo>
                    <a:cubicBezTo>
                      <a:pt x="4987" y="247"/>
                      <a:pt x="4705" y="0"/>
                      <a:pt x="4255" y="0"/>
                    </a:cubicBezTo>
                    <a:close/>
                  </a:path>
                </a:pathLst>
              </a:custGeom>
              <a:solidFill>
                <a:srgbClr val="1A1F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Google Shape;544;p31"/>
              <p:cNvSpPr/>
              <p:nvPr/>
            </p:nvSpPr>
            <p:spPr>
              <a:xfrm>
                <a:off x="1091440" y="3495555"/>
                <a:ext cx="105261" cy="103204"/>
              </a:xfrm>
              <a:custGeom>
                <a:avLst/>
                <a:gdLst/>
                <a:ahLst/>
                <a:cxnLst/>
                <a:rect l="l" t="t" r="r" b="b"/>
                <a:pathLst>
                  <a:path w="4913" h="4817" extrusionOk="0">
                    <a:moveTo>
                      <a:pt x="2424" y="1"/>
                    </a:moveTo>
                    <a:cubicBezTo>
                      <a:pt x="2393" y="1"/>
                      <a:pt x="2362" y="1"/>
                      <a:pt x="2331" y="2"/>
                    </a:cubicBezTo>
                    <a:cubicBezTo>
                      <a:pt x="1003" y="78"/>
                      <a:pt x="0" y="1205"/>
                      <a:pt x="50" y="2509"/>
                    </a:cubicBezTo>
                    <a:cubicBezTo>
                      <a:pt x="124" y="3806"/>
                      <a:pt x="1177" y="4816"/>
                      <a:pt x="2463" y="4816"/>
                    </a:cubicBezTo>
                    <a:cubicBezTo>
                      <a:pt x="2494" y="4816"/>
                      <a:pt x="2525" y="4816"/>
                      <a:pt x="2557" y="4814"/>
                    </a:cubicBezTo>
                    <a:cubicBezTo>
                      <a:pt x="3885" y="4739"/>
                      <a:pt x="4912" y="3611"/>
                      <a:pt x="4837" y="2308"/>
                    </a:cubicBezTo>
                    <a:cubicBezTo>
                      <a:pt x="4788" y="1011"/>
                      <a:pt x="3712" y="1"/>
                      <a:pt x="2424" y="1"/>
                    </a:cubicBezTo>
                    <a:close/>
                  </a:path>
                </a:pathLst>
              </a:custGeom>
              <a:solidFill>
                <a:srgbClr val="E2736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Google Shape;545;p31"/>
              <p:cNvSpPr/>
              <p:nvPr/>
            </p:nvSpPr>
            <p:spPr>
              <a:xfrm>
                <a:off x="1487721" y="3410133"/>
                <a:ext cx="105797" cy="102754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796" extrusionOk="0">
                    <a:moveTo>
                      <a:pt x="2493" y="1"/>
                    </a:moveTo>
                    <a:cubicBezTo>
                      <a:pt x="2448" y="1"/>
                      <a:pt x="2402" y="2"/>
                      <a:pt x="2356" y="4"/>
                    </a:cubicBezTo>
                    <a:cubicBezTo>
                      <a:pt x="1028" y="55"/>
                      <a:pt x="0" y="1182"/>
                      <a:pt x="76" y="2511"/>
                    </a:cubicBezTo>
                    <a:cubicBezTo>
                      <a:pt x="124" y="3793"/>
                      <a:pt x="1177" y="4795"/>
                      <a:pt x="2445" y="4795"/>
                    </a:cubicBezTo>
                    <a:cubicBezTo>
                      <a:pt x="2490" y="4795"/>
                      <a:pt x="2536" y="4794"/>
                      <a:pt x="2582" y="4791"/>
                    </a:cubicBezTo>
                    <a:cubicBezTo>
                      <a:pt x="3910" y="4741"/>
                      <a:pt x="4938" y="3613"/>
                      <a:pt x="4863" y="2285"/>
                    </a:cubicBezTo>
                    <a:cubicBezTo>
                      <a:pt x="4814" y="1003"/>
                      <a:pt x="3761" y="1"/>
                      <a:pt x="2493" y="1"/>
                    </a:cubicBezTo>
                    <a:close/>
                  </a:path>
                </a:pathLst>
              </a:custGeom>
              <a:solidFill>
                <a:srgbClr val="E2736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Google Shape;546;p31"/>
              <p:cNvSpPr/>
              <p:nvPr/>
            </p:nvSpPr>
            <p:spPr>
              <a:xfrm>
                <a:off x="845500" y="3081450"/>
                <a:ext cx="139091" cy="192397"/>
              </a:xfrm>
              <a:custGeom>
                <a:avLst/>
                <a:gdLst/>
                <a:ahLst/>
                <a:cxnLst/>
                <a:rect l="l" t="t" r="r" b="b"/>
                <a:pathLst>
                  <a:path w="6492" h="8980" extrusionOk="0">
                    <a:moveTo>
                      <a:pt x="6253" y="1"/>
                    </a:moveTo>
                    <a:cubicBezTo>
                      <a:pt x="6233" y="1"/>
                      <a:pt x="6212" y="3"/>
                      <a:pt x="6191" y="7"/>
                    </a:cubicBezTo>
                    <a:cubicBezTo>
                      <a:pt x="6015" y="82"/>
                      <a:pt x="2056" y="1536"/>
                      <a:pt x="25" y="8704"/>
                    </a:cubicBezTo>
                    <a:cubicBezTo>
                      <a:pt x="0" y="8829"/>
                      <a:pt x="50" y="8929"/>
                      <a:pt x="176" y="8979"/>
                    </a:cubicBezTo>
                    <a:lnTo>
                      <a:pt x="226" y="8979"/>
                    </a:lnTo>
                    <a:cubicBezTo>
                      <a:pt x="326" y="8979"/>
                      <a:pt x="401" y="8929"/>
                      <a:pt x="426" y="8829"/>
                    </a:cubicBezTo>
                    <a:cubicBezTo>
                      <a:pt x="2381" y="1887"/>
                      <a:pt x="6291" y="433"/>
                      <a:pt x="6341" y="408"/>
                    </a:cubicBezTo>
                    <a:cubicBezTo>
                      <a:pt x="6441" y="358"/>
                      <a:pt x="6492" y="258"/>
                      <a:pt x="6467" y="132"/>
                    </a:cubicBezTo>
                    <a:cubicBezTo>
                      <a:pt x="6425" y="49"/>
                      <a:pt x="6349" y="1"/>
                      <a:pt x="6253" y="1"/>
                    </a:cubicBezTo>
                    <a:close/>
                  </a:path>
                </a:pathLst>
              </a:custGeom>
              <a:solidFill>
                <a:srgbClr val="EABC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31"/>
              <p:cNvSpPr/>
              <p:nvPr/>
            </p:nvSpPr>
            <p:spPr>
              <a:xfrm>
                <a:off x="1333074" y="3004212"/>
                <a:ext cx="198160" cy="119809"/>
              </a:xfrm>
              <a:custGeom>
                <a:avLst/>
                <a:gdLst/>
                <a:ahLst/>
                <a:cxnLst/>
                <a:rect l="l" t="t" r="r" b="b"/>
                <a:pathLst>
                  <a:path w="9249" h="5592" extrusionOk="0">
                    <a:moveTo>
                      <a:pt x="1847" y="0"/>
                    </a:moveTo>
                    <a:cubicBezTo>
                      <a:pt x="863" y="0"/>
                      <a:pt x="200" y="178"/>
                      <a:pt x="176" y="178"/>
                    </a:cubicBezTo>
                    <a:cubicBezTo>
                      <a:pt x="76" y="229"/>
                      <a:pt x="0" y="329"/>
                      <a:pt x="25" y="454"/>
                    </a:cubicBezTo>
                    <a:cubicBezTo>
                      <a:pt x="65" y="532"/>
                      <a:pt x="134" y="595"/>
                      <a:pt x="223" y="595"/>
                    </a:cubicBezTo>
                    <a:cubicBezTo>
                      <a:pt x="247" y="595"/>
                      <a:pt x="274" y="590"/>
                      <a:pt x="301" y="579"/>
                    </a:cubicBezTo>
                    <a:cubicBezTo>
                      <a:pt x="374" y="563"/>
                      <a:pt x="996" y="398"/>
                      <a:pt x="1900" y="398"/>
                    </a:cubicBezTo>
                    <a:cubicBezTo>
                      <a:pt x="3793" y="398"/>
                      <a:pt x="6922" y="1124"/>
                      <a:pt x="8822" y="5467"/>
                    </a:cubicBezTo>
                    <a:cubicBezTo>
                      <a:pt x="8873" y="5542"/>
                      <a:pt x="8948" y="5592"/>
                      <a:pt x="9023" y="5592"/>
                    </a:cubicBezTo>
                    <a:cubicBezTo>
                      <a:pt x="9048" y="5592"/>
                      <a:pt x="9073" y="5592"/>
                      <a:pt x="9098" y="5567"/>
                    </a:cubicBezTo>
                    <a:cubicBezTo>
                      <a:pt x="9198" y="5517"/>
                      <a:pt x="9249" y="5417"/>
                      <a:pt x="9223" y="5291"/>
                    </a:cubicBezTo>
                    <a:cubicBezTo>
                      <a:pt x="7220" y="746"/>
                      <a:pt x="3860" y="0"/>
                      <a:pt x="1847" y="0"/>
                    </a:cubicBezTo>
                    <a:close/>
                  </a:path>
                </a:pathLst>
              </a:custGeom>
              <a:solidFill>
                <a:srgbClr val="EABC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Google Shape;548;p31"/>
              <p:cNvSpPr/>
              <p:nvPr/>
            </p:nvSpPr>
            <p:spPr>
              <a:xfrm>
                <a:off x="593111" y="3898862"/>
                <a:ext cx="692713" cy="718337"/>
              </a:xfrm>
              <a:custGeom>
                <a:avLst/>
                <a:gdLst/>
                <a:ahLst/>
                <a:cxnLst/>
                <a:rect l="l" t="t" r="r" b="b"/>
                <a:pathLst>
                  <a:path w="32332" h="33528" extrusionOk="0">
                    <a:moveTo>
                      <a:pt x="13986" y="1"/>
                    </a:moveTo>
                    <a:cubicBezTo>
                      <a:pt x="10928" y="1"/>
                      <a:pt x="1" y="3735"/>
                      <a:pt x="1053" y="15214"/>
                    </a:cubicBezTo>
                    <a:cubicBezTo>
                      <a:pt x="1429" y="19449"/>
                      <a:pt x="4988" y="32382"/>
                      <a:pt x="11680" y="33359"/>
                    </a:cubicBezTo>
                    <a:cubicBezTo>
                      <a:pt x="12445" y="33473"/>
                      <a:pt x="13186" y="33528"/>
                      <a:pt x="13901" y="33528"/>
                    </a:cubicBezTo>
                    <a:cubicBezTo>
                      <a:pt x="27623" y="33528"/>
                      <a:pt x="32332" y="13560"/>
                      <a:pt x="32332" y="13560"/>
                    </a:cubicBezTo>
                    <a:lnTo>
                      <a:pt x="29149" y="6166"/>
                    </a:lnTo>
                    <a:cubicBezTo>
                      <a:pt x="29149" y="6166"/>
                      <a:pt x="20340" y="13340"/>
                      <a:pt x="14550" y="18746"/>
                    </a:cubicBezTo>
                    <a:lnTo>
                      <a:pt x="14550" y="18746"/>
                    </a:lnTo>
                    <a:cubicBezTo>
                      <a:pt x="16074" y="11445"/>
                      <a:pt x="13986" y="1"/>
                      <a:pt x="13986" y="1"/>
                    </a:cubicBezTo>
                    <a:close/>
                  </a:path>
                </a:pathLst>
              </a:custGeom>
              <a:solidFill>
                <a:srgbClr val="E68F7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Google Shape;549;p31"/>
              <p:cNvSpPr/>
              <p:nvPr/>
            </p:nvSpPr>
            <p:spPr>
              <a:xfrm>
                <a:off x="1527464" y="3898262"/>
                <a:ext cx="533225" cy="597372"/>
              </a:xfrm>
              <a:custGeom>
                <a:avLst/>
                <a:gdLst/>
                <a:ahLst/>
                <a:cxnLst/>
                <a:rect l="l" t="t" r="r" b="b"/>
                <a:pathLst>
                  <a:path w="24888" h="27882" extrusionOk="0">
                    <a:moveTo>
                      <a:pt x="7342" y="1"/>
                    </a:moveTo>
                    <a:cubicBezTo>
                      <a:pt x="6079" y="1"/>
                      <a:pt x="6229" y="6206"/>
                      <a:pt x="7426" y="12534"/>
                    </a:cubicBezTo>
                    <a:lnTo>
                      <a:pt x="7426" y="12534"/>
                    </a:lnTo>
                    <a:cubicBezTo>
                      <a:pt x="3967" y="9481"/>
                      <a:pt x="827" y="7121"/>
                      <a:pt x="827" y="7121"/>
                    </a:cubicBezTo>
                    <a:cubicBezTo>
                      <a:pt x="827" y="7121"/>
                      <a:pt x="0" y="15392"/>
                      <a:pt x="551" y="16495"/>
                    </a:cubicBezTo>
                    <a:cubicBezTo>
                      <a:pt x="1012" y="17417"/>
                      <a:pt x="7987" y="27882"/>
                      <a:pt x="14319" y="27882"/>
                    </a:cubicBezTo>
                    <a:cubicBezTo>
                      <a:pt x="15562" y="27882"/>
                      <a:pt x="16781" y="27478"/>
                      <a:pt x="17920" y="26520"/>
                    </a:cubicBezTo>
                    <a:cubicBezTo>
                      <a:pt x="24887" y="20680"/>
                      <a:pt x="16717" y="6896"/>
                      <a:pt x="15288" y="4540"/>
                    </a:cubicBezTo>
                    <a:cubicBezTo>
                      <a:pt x="12933" y="630"/>
                      <a:pt x="10501" y="1056"/>
                      <a:pt x="7494" y="29"/>
                    </a:cubicBezTo>
                    <a:cubicBezTo>
                      <a:pt x="7441" y="10"/>
                      <a:pt x="7391" y="1"/>
                      <a:pt x="7342" y="1"/>
                    </a:cubicBezTo>
                    <a:close/>
                  </a:path>
                </a:pathLst>
              </a:custGeom>
              <a:solidFill>
                <a:srgbClr val="E68F7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31"/>
              <p:cNvSpPr/>
              <p:nvPr/>
            </p:nvSpPr>
            <p:spPr>
              <a:xfrm>
                <a:off x="838516" y="4189109"/>
                <a:ext cx="189033" cy="227962"/>
              </a:xfrm>
              <a:custGeom>
                <a:avLst/>
                <a:gdLst/>
                <a:ahLst/>
                <a:cxnLst/>
                <a:rect l="l" t="t" r="r" b="b"/>
                <a:pathLst>
                  <a:path w="8823" h="10640" extrusionOk="0">
                    <a:moveTo>
                      <a:pt x="8570" y="0"/>
                    </a:moveTo>
                    <a:cubicBezTo>
                      <a:pt x="8533" y="0"/>
                      <a:pt x="8498" y="11"/>
                      <a:pt x="8472" y="38"/>
                    </a:cubicBezTo>
                    <a:cubicBezTo>
                      <a:pt x="1579" y="4399"/>
                      <a:pt x="51" y="10313"/>
                      <a:pt x="26" y="10389"/>
                    </a:cubicBezTo>
                    <a:cubicBezTo>
                      <a:pt x="1" y="10489"/>
                      <a:pt x="76" y="10614"/>
                      <a:pt x="176" y="10639"/>
                    </a:cubicBezTo>
                    <a:lnTo>
                      <a:pt x="226" y="10639"/>
                    </a:lnTo>
                    <a:cubicBezTo>
                      <a:pt x="326" y="10639"/>
                      <a:pt x="402" y="10589"/>
                      <a:pt x="427" y="10489"/>
                    </a:cubicBezTo>
                    <a:cubicBezTo>
                      <a:pt x="452" y="10414"/>
                      <a:pt x="1955" y="4674"/>
                      <a:pt x="8697" y="388"/>
                    </a:cubicBezTo>
                    <a:cubicBezTo>
                      <a:pt x="8773" y="313"/>
                      <a:pt x="8823" y="188"/>
                      <a:pt x="8747" y="88"/>
                    </a:cubicBezTo>
                    <a:cubicBezTo>
                      <a:pt x="8715" y="39"/>
                      <a:pt x="8640" y="0"/>
                      <a:pt x="8570" y="0"/>
                    </a:cubicBezTo>
                    <a:close/>
                  </a:path>
                </a:pathLst>
              </a:custGeom>
              <a:solidFill>
                <a:srgbClr val="2417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Google Shape;551;p31"/>
              <p:cNvSpPr/>
              <p:nvPr/>
            </p:nvSpPr>
            <p:spPr>
              <a:xfrm>
                <a:off x="1652031" y="4135503"/>
                <a:ext cx="223934" cy="277261"/>
              </a:xfrm>
              <a:custGeom>
                <a:avLst/>
                <a:gdLst/>
                <a:ahLst/>
                <a:cxnLst/>
                <a:rect l="l" t="t" r="r" b="b"/>
                <a:pathLst>
                  <a:path w="10452" h="12941" extrusionOk="0">
                    <a:moveTo>
                      <a:pt x="219" y="0"/>
                    </a:moveTo>
                    <a:cubicBezTo>
                      <a:pt x="156" y="0"/>
                      <a:pt x="95" y="25"/>
                      <a:pt x="51" y="83"/>
                    </a:cubicBezTo>
                    <a:cubicBezTo>
                      <a:pt x="1" y="184"/>
                      <a:pt x="1" y="309"/>
                      <a:pt x="101" y="384"/>
                    </a:cubicBezTo>
                    <a:cubicBezTo>
                      <a:pt x="201" y="434"/>
                      <a:pt x="9424" y="7076"/>
                      <a:pt x="10026" y="12740"/>
                    </a:cubicBezTo>
                    <a:cubicBezTo>
                      <a:pt x="10051" y="12865"/>
                      <a:pt x="10126" y="12941"/>
                      <a:pt x="10251" y="12941"/>
                    </a:cubicBezTo>
                    <a:cubicBezTo>
                      <a:pt x="10377" y="12916"/>
                      <a:pt x="10452" y="12815"/>
                      <a:pt x="10452" y="12715"/>
                    </a:cubicBezTo>
                    <a:cubicBezTo>
                      <a:pt x="10176" y="10234"/>
                      <a:pt x="8397" y="7352"/>
                      <a:pt x="5139" y="4119"/>
                    </a:cubicBezTo>
                    <a:cubicBezTo>
                      <a:pt x="2733" y="1738"/>
                      <a:pt x="377" y="58"/>
                      <a:pt x="352" y="33"/>
                    </a:cubicBezTo>
                    <a:cubicBezTo>
                      <a:pt x="310" y="13"/>
                      <a:pt x="264" y="0"/>
                      <a:pt x="219" y="0"/>
                    </a:cubicBezTo>
                    <a:close/>
                  </a:path>
                </a:pathLst>
              </a:custGeom>
              <a:solidFill>
                <a:srgbClr val="2417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Google Shape;552;p31"/>
              <p:cNvSpPr/>
              <p:nvPr/>
            </p:nvSpPr>
            <p:spPr>
              <a:xfrm>
                <a:off x="1246623" y="4102123"/>
                <a:ext cx="366239" cy="267470"/>
              </a:xfrm>
              <a:custGeom>
                <a:avLst/>
                <a:gdLst/>
                <a:ahLst/>
                <a:cxnLst/>
                <a:rect l="l" t="t" r="r" b="b"/>
                <a:pathLst>
                  <a:path w="17094" h="12484" extrusionOk="0">
                    <a:moveTo>
                      <a:pt x="10050" y="1"/>
                    </a:moveTo>
                    <a:cubicBezTo>
                      <a:pt x="7720" y="1"/>
                      <a:pt x="5258" y="432"/>
                      <a:pt x="3634" y="1742"/>
                    </a:cubicBezTo>
                    <a:cubicBezTo>
                      <a:pt x="3634" y="1742"/>
                      <a:pt x="0" y="8208"/>
                      <a:pt x="1253" y="9561"/>
                    </a:cubicBezTo>
                    <a:cubicBezTo>
                      <a:pt x="1538" y="9868"/>
                      <a:pt x="1838" y="9987"/>
                      <a:pt x="2131" y="9987"/>
                    </a:cubicBezTo>
                    <a:cubicBezTo>
                      <a:pt x="3106" y="9987"/>
                      <a:pt x="4012" y="8680"/>
                      <a:pt x="4059" y="8612"/>
                    </a:cubicBezTo>
                    <a:lnTo>
                      <a:pt x="4059" y="8612"/>
                    </a:lnTo>
                    <a:cubicBezTo>
                      <a:pt x="4007" y="8687"/>
                      <a:pt x="2927" y="10305"/>
                      <a:pt x="3735" y="11015"/>
                    </a:cubicBezTo>
                    <a:cubicBezTo>
                      <a:pt x="3896" y="11153"/>
                      <a:pt x="4090" y="11209"/>
                      <a:pt x="4298" y="11209"/>
                    </a:cubicBezTo>
                    <a:cubicBezTo>
                      <a:pt x="5189" y="11209"/>
                      <a:pt x="6341" y="10188"/>
                      <a:pt x="6341" y="10188"/>
                    </a:cubicBezTo>
                    <a:lnTo>
                      <a:pt x="6341" y="10188"/>
                    </a:lnTo>
                    <a:cubicBezTo>
                      <a:pt x="6341" y="10188"/>
                      <a:pt x="5740" y="12168"/>
                      <a:pt x="7294" y="12469"/>
                    </a:cubicBezTo>
                    <a:cubicBezTo>
                      <a:pt x="7341" y="12478"/>
                      <a:pt x="7389" y="12483"/>
                      <a:pt x="7439" y="12483"/>
                    </a:cubicBezTo>
                    <a:cubicBezTo>
                      <a:pt x="9015" y="12483"/>
                      <a:pt x="11902" y="7680"/>
                      <a:pt x="14412" y="7680"/>
                    </a:cubicBezTo>
                    <a:cubicBezTo>
                      <a:pt x="14437" y="7680"/>
                      <a:pt x="14462" y="7681"/>
                      <a:pt x="14487" y="7682"/>
                    </a:cubicBezTo>
                    <a:cubicBezTo>
                      <a:pt x="14509" y="7682"/>
                      <a:pt x="14531" y="7683"/>
                      <a:pt x="14554" y="7683"/>
                    </a:cubicBezTo>
                    <a:cubicBezTo>
                      <a:pt x="17093" y="7683"/>
                      <a:pt x="17087" y="2035"/>
                      <a:pt x="16366" y="1215"/>
                    </a:cubicBezTo>
                    <a:cubicBezTo>
                      <a:pt x="15953" y="746"/>
                      <a:pt x="13115" y="1"/>
                      <a:pt x="10050" y="1"/>
                    </a:cubicBezTo>
                    <a:close/>
                  </a:path>
                </a:pathLst>
              </a:custGeom>
              <a:solidFill>
                <a:srgbClr val="E68F7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Google Shape;553;p31"/>
              <p:cNvSpPr/>
              <p:nvPr/>
            </p:nvSpPr>
            <p:spPr>
              <a:xfrm>
                <a:off x="1049554" y="3947133"/>
                <a:ext cx="567055" cy="340957"/>
              </a:xfrm>
              <a:custGeom>
                <a:avLst/>
                <a:gdLst/>
                <a:ahLst/>
                <a:cxnLst/>
                <a:rect l="l" t="t" r="r" b="b"/>
                <a:pathLst>
                  <a:path w="26467" h="15914" extrusionOk="0">
                    <a:moveTo>
                      <a:pt x="17171" y="4261"/>
                    </a:moveTo>
                    <a:cubicBezTo>
                      <a:pt x="17217" y="4261"/>
                      <a:pt x="17288" y="4277"/>
                      <a:pt x="17380" y="4306"/>
                    </a:cubicBezTo>
                    <a:lnTo>
                      <a:pt x="17380" y="4306"/>
                    </a:lnTo>
                    <a:cubicBezTo>
                      <a:pt x="17159" y="4294"/>
                      <a:pt x="17065" y="4285"/>
                      <a:pt x="17143" y="4264"/>
                    </a:cubicBezTo>
                    <a:cubicBezTo>
                      <a:pt x="17151" y="4262"/>
                      <a:pt x="17161" y="4261"/>
                      <a:pt x="17171" y="4261"/>
                    </a:cubicBezTo>
                    <a:close/>
                    <a:moveTo>
                      <a:pt x="16555" y="1"/>
                    </a:moveTo>
                    <a:cubicBezTo>
                      <a:pt x="13026" y="1"/>
                      <a:pt x="9081" y="516"/>
                      <a:pt x="6993" y="1908"/>
                    </a:cubicBezTo>
                    <a:cubicBezTo>
                      <a:pt x="4085" y="3863"/>
                      <a:pt x="0" y="13863"/>
                      <a:pt x="0" y="13863"/>
                    </a:cubicBezTo>
                    <a:cubicBezTo>
                      <a:pt x="0" y="13863"/>
                      <a:pt x="6717" y="15467"/>
                      <a:pt x="7694" y="15893"/>
                    </a:cubicBezTo>
                    <a:cubicBezTo>
                      <a:pt x="7728" y="15907"/>
                      <a:pt x="7764" y="15913"/>
                      <a:pt x="7803" y="15913"/>
                    </a:cubicBezTo>
                    <a:cubicBezTo>
                      <a:pt x="8919" y="15913"/>
                      <a:pt x="12410" y="10536"/>
                      <a:pt x="13960" y="8575"/>
                    </a:cubicBezTo>
                    <a:cubicBezTo>
                      <a:pt x="14273" y="8176"/>
                      <a:pt x="14901" y="8026"/>
                      <a:pt x="15696" y="8026"/>
                    </a:cubicBezTo>
                    <a:cubicBezTo>
                      <a:pt x="18079" y="8026"/>
                      <a:pt x="21959" y="9369"/>
                      <a:pt x="23334" y="9369"/>
                    </a:cubicBezTo>
                    <a:cubicBezTo>
                      <a:pt x="23633" y="9369"/>
                      <a:pt x="23814" y="9306"/>
                      <a:pt x="23835" y="9151"/>
                    </a:cubicBezTo>
                    <a:cubicBezTo>
                      <a:pt x="23842" y="9087"/>
                      <a:pt x="23827" y="9023"/>
                      <a:pt x="23791" y="8960"/>
                    </a:cubicBezTo>
                    <a:lnTo>
                      <a:pt x="23791" y="8960"/>
                    </a:lnTo>
                    <a:cubicBezTo>
                      <a:pt x="24510" y="8947"/>
                      <a:pt x="24975" y="8717"/>
                      <a:pt x="24938" y="8124"/>
                    </a:cubicBezTo>
                    <a:cubicBezTo>
                      <a:pt x="24914" y="7773"/>
                      <a:pt x="24836" y="7456"/>
                      <a:pt x="24712" y="7168"/>
                    </a:cubicBezTo>
                    <a:lnTo>
                      <a:pt x="24712" y="7168"/>
                    </a:lnTo>
                    <a:cubicBezTo>
                      <a:pt x="25052" y="7154"/>
                      <a:pt x="25243" y="7014"/>
                      <a:pt x="25213" y="6695"/>
                    </a:cubicBezTo>
                    <a:cubicBezTo>
                      <a:pt x="25205" y="6600"/>
                      <a:pt x="25195" y="6507"/>
                      <a:pt x="25183" y="6415"/>
                    </a:cubicBezTo>
                    <a:lnTo>
                      <a:pt x="25183" y="6415"/>
                    </a:lnTo>
                    <a:cubicBezTo>
                      <a:pt x="25483" y="6557"/>
                      <a:pt x="25706" y="6640"/>
                      <a:pt x="25815" y="6640"/>
                    </a:cubicBezTo>
                    <a:cubicBezTo>
                      <a:pt x="25872" y="6640"/>
                      <a:pt x="25899" y="6617"/>
                      <a:pt x="25890" y="6570"/>
                    </a:cubicBezTo>
                    <a:cubicBezTo>
                      <a:pt x="25740" y="5868"/>
                      <a:pt x="26467" y="1006"/>
                      <a:pt x="20477" y="229"/>
                    </a:cubicBezTo>
                    <a:cubicBezTo>
                      <a:pt x="19337" y="85"/>
                      <a:pt x="17980" y="1"/>
                      <a:pt x="16555" y="1"/>
                    </a:cubicBezTo>
                    <a:close/>
                  </a:path>
                </a:pathLst>
              </a:custGeom>
              <a:solidFill>
                <a:srgbClr val="E68F7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Google Shape;554;p31"/>
              <p:cNvSpPr/>
              <p:nvPr/>
            </p:nvSpPr>
            <p:spPr>
              <a:xfrm>
                <a:off x="1349721" y="4067435"/>
                <a:ext cx="206216" cy="66653"/>
              </a:xfrm>
              <a:custGeom>
                <a:avLst/>
                <a:gdLst/>
                <a:ahLst/>
                <a:cxnLst/>
                <a:rect l="l" t="t" r="r" b="b"/>
                <a:pathLst>
                  <a:path w="9625" h="3111" extrusionOk="0">
                    <a:moveTo>
                      <a:pt x="2831" y="0"/>
                    </a:moveTo>
                    <a:cubicBezTo>
                      <a:pt x="1313" y="0"/>
                      <a:pt x="197" y="253"/>
                      <a:pt x="176" y="253"/>
                    </a:cubicBezTo>
                    <a:cubicBezTo>
                      <a:pt x="50" y="278"/>
                      <a:pt x="0" y="403"/>
                      <a:pt x="25" y="504"/>
                    </a:cubicBezTo>
                    <a:cubicBezTo>
                      <a:pt x="47" y="613"/>
                      <a:pt x="126" y="684"/>
                      <a:pt x="229" y="684"/>
                    </a:cubicBezTo>
                    <a:cubicBezTo>
                      <a:pt x="244" y="684"/>
                      <a:pt x="260" y="682"/>
                      <a:pt x="276" y="679"/>
                    </a:cubicBezTo>
                    <a:cubicBezTo>
                      <a:pt x="297" y="668"/>
                      <a:pt x="1392" y="412"/>
                      <a:pt x="2869" y="412"/>
                    </a:cubicBezTo>
                    <a:cubicBezTo>
                      <a:pt x="4858" y="412"/>
                      <a:pt x="7540" y="877"/>
                      <a:pt x="9223" y="3035"/>
                    </a:cubicBezTo>
                    <a:cubicBezTo>
                      <a:pt x="9274" y="3085"/>
                      <a:pt x="9349" y="3110"/>
                      <a:pt x="9399" y="3110"/>
                    </a:cubicBezTo>
                    <a:cubicBezTo>
                      <a:pt x="9449" y="3110"/>
                      <a:pt x="9499" y="3085"/>
                      <a:pt x="9524" y="3060"/>
                    </a:cubicBezTo>
                    <a:cubicBezTo>
                      <a:pt x="9624" y="2985"/>
                      <a:pt x="9624" y="2859"/>
                      <a:pt x="9574" y="2759"/>
                    </a:cubicBezTo>
                    <a:cubicBezTo>
                      <a:pt x="7774" y="480"/>
                      <a:pt x="4922" y="0"/>
                      <a:pt x="2831" y="0"/>
                    </a:cubicBezTo>
                    <a:close/>
                  </a:path>
                </a:pathLst>
              </a:custGeom>
              <a:solidFill>
                <a:srgbClr val="2417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Google Shape;555;p31"/>
              <p:cNvSpPr/>
              <p:nvPr/>
            </p:nvSpPr>
            <p:spPr>
              <a:xfrm>
                <a:off x="1361526" y="4024607"/>
                <a:ext cx="211058" cy="60076"/>
              </a:xfrm>
              <a:custGeom>
                <a:avLst/>
                <a:gdLst/>
                <a:ahLst/>
                <a:cxnLst/>
                <a:rect l="l" t="t" r="r" b="b"/>
                <a:pathLst>
                  <a:path w="9851" h="2804" extrusionOk="0">
                    <a:moveTo>
                      <a:pt x="2619" y="0"/>
                    </a:moveTo>
                    <a:cubicBezTo>
                      <a:pt x="1278" y="0"/>
                      <a:pt x="296" y="153"/>
                      <a:pt x="201" y="172"/>
                    </a:cubicBezTo>
                    <a:cubicBezTo>
                      <a:pt x="76" y="197"/>
                      <a:pt x="1" y="297"/>
                      <a:pt x="26" y="422"/>
                    </a:cubicBezTo>
                    <a:cubicBezTo>
                      <a:pt x="26" y="509"/>
                      <a:pt x="120" y="578"/>
                      <a:pt x="211" y="578"/>
                    </a:cubicBezTo>
                    <a:cubicBezTo>
                      <a:pt x="225" y="578"/>
                      <a:pt x="238" y="576"/>
                      <a:pt x="251" y="573"/>
                    </a:cubicBezTo>
                    <a:cubicBezTo>
                      <a:pt x="280" y="573"/>
                      <a:pt x="1232" y="430"/>
                      <a:pt x="2550" y="430"/>
                    </a:cubicBezTo>
                    <a:cubicBezTo>
                      <a:pt x="4679" y="430"/>
                      <a:pt x="7762" y="803"/>
                      <a:pt x="9449" y="2753"/>
                    </a:cubicBezTo>
                    <a:cubicBezTo>
                      <a:pt x="9499" y="2778"/>
                      <a:pt x="9550" y="2803"/>
                      <a:pt x="9625" y="2803"/>
                    </a:cubicBezTo>
                    <a:cubicBezTo>
                      <a:pt x="9650" y="2803"/>
                      <a:pt x="9700" y="2803"/>
                      <a:pt x="9750" y="2753"/>
                    </a:cubicBezTo>
                    <a:cubicBezTo>
                      <a:pt x="9825" y="2678"/>
                      <a:pt x="9850" y="2553"/>
                      <a:pt x="9775" y="2477"/>
                    </a:cubicBezTo>
                    <a:cubicBezTo>
                      <a:pt x="7971" y="408"/>
                      <a:pt x="4814" y="0"/>
                      <a:pt x="2619" y="0"/>
                    </a:cubicBezTo>
                    <a:close/>
                  </a:path>
                </a:pathLst>
              </a:custGeom>
              <a:solidFill>
                <a:srgbClr val="2417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556;p31"/>
              <p:cNvSpPr/>
              <p:nvPr/>
            </p:nvSpPr>
            <p:spPr>
              <a:xfrm>
                <a:off x="1358848" y="3979892"/>
                <a:ext cx="236296" cy="70960"/>
              </a:xfrm>
              <a:custGeom>
                <a:avLst/>
                <a:gdLst/>
                <a:ahLst/>
                <a:cxnLst/>
                <a:rect l="l" t="t" r="r" b="b"/>
                <a:pathLst>
                  <a:path w="11029" h="3312" extrusionOk="0">
                    <a:moveTo>
                      <a:pt x="3000" y="0"/>
                    </a:moveTo>
                    <a:cubicBezTo>
                      <a:pt x="1464" y="0"/>
                      <a:pt x="304" y="160"/>
                      <a:pt x="176" y="178"/>
                    </a:cubicBezTo>
                    <a:cubicBezTo>
                      <a:pt x="76" y="178"/>
                      <a:pt x="0" y="304"/>
                      <a:pt x="0" y="404"/>
                    </a:cubicBezTo>
                    <a:cubicBezTo>
                      <a:pt x="22" y="513"/>
                      <a:pt x="101" y="584"/>
                      <a:pt x="204" y="584"/>
                    </a:cubicBezTo>
                    <a:cubicBezTo>
                      <a:pt x="219" y="584"/>
                      <a:pt x="235" y="583"/>
                      <a:pt x="251" y="579"/>
                    </a:cubicBezTo>
                    <a:cubicBezTo>
                      <a:pt x="279" y="579"/>
                      <a:pt x="1402" y="427"/>
                      <a:pt x="2919" y="427"/>
                    </a:cubicBezTo>
                    <a:cubicBezTo>
                      <a:pt x="5487" y="427"/>
                      <a:pt x="9184" y="863"/>
                      <a:pt x="10602" y="3211"/>
                    </a:cubicBezTo>
                    <a:cubicBezTo>
                      <a:pt x="10652" y="3261"/>
                      <a:pt x="10702" y="3311"/>
                      <a:pt x="10777" y="3311"/>
                    </a:cubicBezTo>
                    <a:cubicBezTo>
                      <a:pt x="10828" y="3311"/>
                      <a:pt x="10853" y="3286"/>
                      <a:pt x="10878" y="3261"/>
                    </a:cubicBezTo>
                    <a:cubicBezTo>
                      <a:pt x="10978" y="3211"/>
                      <a:pt x="11028" y="3086"/>
                      <a:pt x="10953" y="2986"/>
                    </a:cubicBezTo>
                    <a:cubicBezTo>
                      <a:pt x="9429" y="477"/>
                      <a:pt x="5653" y="0"/>
                      <a:pt x="3000" y="0"/>
                    </a:cubicBezTo>
                    <a:close/>
                  </a:path>
                </a:pathLst>
              </a:custGeom>
              <a:solidFill>
                <a:srgbClr val="2417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31"/>
              <p:cNvSpPr/>
              <p:nvPr/>
            </p:nvSpPr>
            <p:spPr>
              <a:xfrm>
                <a:off x="1254143" y="4122134"/>
                <a:ext cx="111174" cy="174121"/>
              </a:xfrm>
              <a:custGeom>
                <a:avLst/>
                <a:gdLst/>
                <a:ahLst/>
                <a:cxnLst/>
                <a:rect l="l" t="t" r="r" b="b"/>
                <a:pathLst>
                  <a:path w="5189" h="8127" extrusionOk="0">
                    <a:moveTo>
                      <a:pt x="4901" y="0"/>
                    </a:moveTo>
                    <a:cubicBezTo>
                      <a:pt x="4386" y="0"/>
                      <a:pt x="1773" y="425"/>
                      <a:pt x="25" y="7875"/>
                    </a:cubicBezTo>
                    <a:cubicBezTo>
                      <a:pt x="0" y="8001"/>
                      <a:pt x="75" y="8101"/>
                      <a:pt x="176" y="8126"/>
                    </a:cubicBezTo>
                    <a:lnTo>
                      <a:pt x="226" y="8126"/>
                    </a:lnTo>
                    <a:cubicBezTo>
                      <a:pt x="326" y="8126"/>
                      <a:pt x="401" y="8076"/>
                      <a:pt x="426" y="7976"/>
                    </a:cubicBezTo>
                    <a:cubicBezTo>
                      <a:pt x="2185" y="502"/>
                      <a:pt x="4776" y="407"/>
                      <a:pt x="4930" y="407"/>
                    </a:cubicBezTo>
                    <a:cubicBezTo>
                      <a:pt x="4935" y="407"/>
                      <a:pt x="4937" y="407"/>
                      <a:pt x="4938" y="407"/>
                    </a:cubicBezTo>
                    <a:cubicBezTo>
                      <a:pt x="4951" y="409"/>
                      <a:pt x="4964" y="411"/>
                      <a:pt x="4976" y="411"/>
                    </a:cubicBezTo>
                    <a:cubicBezTo>
                      <a:pt x="5083" y="411"/>
                      <a:pt x="5163" y="321"/>
                      <a:pt x="5163" y="231"/>
                    </a:cubicBezTo>
                    <a:cubicBezTo>
                      <a:pt x="5188" y="106"/>
                      <a:pt x="5088" y="6"/>
                      <a:pt x="4988" y="6"/>
                    </a:cubicBezTo>
                    <a:cubicBezTo>
                      <a:pt x="4977" y="4"/>
                      <a:pt x="4948" y="0"/>
                      <a:pt x="4901" y="0"/>
                    </a:cubicBezTo>
                    <a:close/>
                  </a:path>
                </a:pathLst>
              </a:custGeom>
              <a:solidFill>
                <a:srgbClr val="2417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31"/>
              <p:cNvSpPr/>
              <p:nvPr/>
            </p:nvSpPr>
            <p:spPr>
              <a:xfrm>
                <a:off x="1321804" y="4246400"/>
                <a:ext cx="50477" cy="53605"/>
              </a:xfrm>
              <a:custGeom>
                <a:avLst/>
                <a:gdLst/>
                <a:ahLst/>
                <a:cxnLst/>
                <a:rect l="l" t="t" r="r" b="b"/>
                <a:pathLst>
                  <a:path w="2356" h="2502" extrusionOk="0">
                    <a:moveTo>
                      <a:pt x="2114" y="1"/>
                    </a:moveTo>
                    <a:cubicBezTo>
                      <a:pt x="2086" y="1"/>
                      <a:pt x="2057" y="7"/>
                      <a:pt x="2030" y="20"/>
                    </a:cubicBezTo>
                    <a:cubicBezTo>
                      <a:pt x="1955" y="45"/>
                      <a:pt x="376" y="822"/>
                      <a:pt x="25" y="2251"/>
                    </a:cubicBezTo>
                    <a:cubicBezTo>
                      <a:pt x="0" y="2376"/>
                      <a:pt x="75" y="2476"/>
                      <a:pt x="201" y="2501"/>
                    </a:cubicBezTo>
                    <a:lnTo>
                      <a:pt x="226" y="2501"/>
                    </a:lnTo>
                    <a:cubicBezTo>
                      <a:pt x="326" y="2501"/>
                      <a:pt x="426" y="2451"/>
                      <a:pt x="451" y="2351"/>
                    </a:cubicBezTo>
                    <a:cubicBezTo>
                      <a:pt x="727" y="1098"/>
                      <a:pt x="2181" y="421"/>
                      <a:pt x="2206" y="396"/>
                    </a:cubicBezTo>
                    <a:cubicBezTo>
                      <a:pt x="2306" y="346"/>
                      <a:pt x="2356" y="221"/>
                      <a:pt x="2306" y="121"/>
                    </a:cubicBezTo>
                    <a:cubicBezTo>
                      <a:pt x="2269" y="47"/>
                      <a:pt x="2192" y="1"/>
                      <a:pt x="2114" y="1"/>
                    </a:cubicBezTo>
                    <a:close/>
                  </a:path>
                </a:pathLst>
              </a:custGeom>
              <a:solidFill>
                <a:srgbClr val="2417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559;p31"/>
              <p:cNvSpPr/>
              <p:nvPr/>
            </p:nvSpPr>
            <p:spPr>
              <a:xfrm>
                <a:off x="1377638" y="4288822"/>
                <a:ext cx="39229" cy="35887"/>
              </a:xfrm>
              <a:custGeom>
                <a:avLst/>
                <a:gdLst/>
                <a:ahLst/>
                <a:cxnLst/>
                <a:rect l="l" t="t" r="r" b="b"/>
                <a:pathLst>
                  <a:path w="1831" h="1675" extrusionOk="0">
                    <a:moveTo>
                      <a:pt x="1588" y="1"/>
                    </a:moveTo>
                    <a:cubicBezTo>
                      <a:pt x="1560" y="1"/>
                      <a:pt x="1531" y="7"/>
                      <a:pt x="1504" y="20"/>
                    </a:cubicBezTo>
                    <a:cubicBezTo>
                      <a:pt x="1454" y="45"/>
                      <a:pt x="276" y="597"/>
                      <a:pt x="26" y="1399"/>
                    </a:cubicBezTo>
                    <a:cubicBezTo>
                      <a:pt x="1" y="1524"/>
                      <a:pt x="76" y="1624"/>
                      <a:pt x="176" y="1674"/>
                    </a:cubicBezTo>
                    <a:lnTo>
                      <a:pt x="251" y="1674"/>
                    </a:lnTo>
                    <a:cubicBezTo>
                      <a:pt x="326" y="1674"/>
                      <a:pt x="402" y="1624"/>
                      <a:pt x="452" y="1524"/>
                    </a:cubicBezTo>
                    <a:cubicBezTo>
                      <a:pt x="577" y="998"/>
                      <a:pt x="1379" y="547"/>
                      <a:pt x="1680" y="396"/>
                    </a:cubicBezTo>
                    <a:cubicBezTo>
                      <a:pt x="1780" y="346"/>
                      <a:pt x="1830" y="246"/>
                      <a:pt x="1780" y="120"/>
                    </a:cubicBezTo>
                    <a:cubicBezTo>
                      <a:pt x="1743" y="47"/>
                      <a:pt x="1666" y="1"/>
                      <a:pt x="1588" y="1"/>
                    </a:cubicBezTo>
                    <a:close/>
                  </a:path>
                </a:pathLst>
              </a:custGeom>
              <a:solidFill>
                <a:srgbClr val="2417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Google Shape;560;p31"/>
              <p:cNvSpPr/>
              <p:nvPr/>
            </p:nvSpPr>
            <p:spPr>
              <a:xfrm>
                <a:off x="1355077" y="4041618"/>
                <a:ext cx="258857" cy="128979"/>
              </a:xfrm>
              <a:custGeom>
                <a:avLst/>
                <a:gdLst/>
                <a:ahLst/>
                <a:cxnLst/>
                <a:rect l="l" t="t" r="r" b="b"/>
                <a:pathLst>
                  <a:path w="12082" h="6020" extrusionOk="0">
                    <a:moveTo>
                      <a:pt x="10976" y="1"/>
                    </a:moveTo>
                    <a:cubicBezTo>
                      <a:pt x="10927" y="1"/>
                      <a:pt x="10875" y="20"/>
                      <a:pt x="10828" y="54"/>
                    </a:cubicBezTo>
                    <a:cubicBezTo>
                      <a:pt x="10728" y="105"/>
                      <a:pt x="10728" y="255"/>
                      <a:pt x="10803" y="330"/>
                    </a:cubicBezTo>
                    <a:cubicBezTo>
                      <a:pt x="11129" y="781"/>
                      <a:pt x="11580" y="1558"/>
                      <a:pt x="11455" y="1884"/>
                    </a:cubicBezTo>
                    <a:cubicBezTo>
                      <a:pt x="11455" y="1934"/>
                      <a:pt x="11430" y="1984"/>
                      <a:pt x="11304" y="2034"/>
                    </a:cubicBezTo>
                    <a:cubicBezTo>
                      <a:pt x="11273" y="2043"/>
                      <a:pt x="11236" y="2047"/>
                      <a:pt x="11195" y="2047"/>
                    </a:cubicBezTo>
                    <a:cubicBezTo>
                      <a:pt x="10882" y="2047"/>
                      <a:pt x="10337" y="1811"/>
                      <a:pt x="10026" y="1633"/>
                    </a:cubicBezTo>
                    <a:cubicBezTo>
                      <a:pt x="9991" y="1616"/>
                      <a:pt x="9955" y="1607"/>
                      <a:pt x="9921" y="1607"/>
                    </a:cubicBezTo>
                    <a:cubicBezTo>
                      <a:pt x="9858" y="1607"/>
                      <a:pt x="9799" y="1635"/>
                      <a:pt x="9750" y="1683"/>
                    </a:cubicBezTo>
                    <a:cubicBezTo>
                      <a:pt x="9700" y="1759"/>
                      <a:pt x="9700" y="1859"/>
                      <a:pt x="9750" y="1934"/>
                    </a:cubicBezTo>
                    <a:cubicBezTo>
                      <a:pt x="10026" y="2285"/>
                      <a:pt x="10778" y="3338"/>
                      <a:pt x="10502" y="3864"/>
                    </a:cubicBezTo>
                    <a:cubicBezTo>
                      <a:pt x="10427" y="3989"/>
                      <a:pt x="10327" y="4064"/>
                      <a:pt x="10201" y="4115"/>
                    </a:cubicBezTo>
                    <a:cubicBezTo>
                      <a:pt x="10139" y="4134"/>
                      <a:pt x="10072" y="4142"/>
                      <a:pt x="10002" y="4142"/>
                    </a:cubicBezTo>
                    <a:cubicBezTo>
                      <a:pt x="9706" y="4142"/>
                      <a:pt x="9371" y="3995"/>
                      <a:pt x="9249" y="3914"/>
                    </a:cubicBezTo>
                    <a:cubicBezTo>
                      <a:pt x="9218" y="3904"/>
                      <a:pt x="9183" y="3898"/>
                      <a:pt x="9148" y="3898"/>
                    </a:cubicBezTo>
                    <a:cubicBezTo>
                      <a:pt x="9099" y="3898"/>
                      <a:pt x="9053" y="3910"/>
                      <a:pt x="9024" y="3939"/>
                    </a:cubicBezTo>
                    <a:cubicBezTo>
                      <a:pt x="8948" y="3989"/>
                      <a:pt x="8923" y="4090"/>
                      <a:pt x="8948" y="4165"/>
                    </a:cubicBezTo>
                    <a:cubicBezTo>
                      <a:pt x="9024" y="4440"/>
                      <a:pt x="9199" y="5267"/>
                      <a:pt x="8948" y="5618"/>
                    </a:cubicBezTo>
                    <a:cubicBezTo>
                      <a:pt x="8723" y="5618"/>
                      <a:pt x="7921" y="5293"/>
                      <a:pt x="7219" y="4992"/>
                    </a:cubicBezTo>
                    <a:cubicBezTo>
                      <a:pt x="5652" y="4350"/>
                      <a:pt x="3501" y="3466"/>
                      <a:pt x="1731" y="3466"/>
                    </a:cubicBezTo>
                    <a:cubicBezTo>
                      <a:pt x="1152" y="3466"/>
                      <a:pt x="615" y="3560"/>
                      <a:pt x="151" y="3789"/>
                    </a:cubicBezTo>
                    <a:cubicBezTo>
                      <a:pt x="51" y="3839"/>
                      <a:pt x="1" y="3964"/>
                      <a:pt x="51" y="4064"/>
                    </a:cubicBezTo>
                    <a:cubicBezTo>
                      <a:pt x="88" y="4138"/>
                      <a:pt x="165" y="4184"/>
                      <a:pt x="253" y="4184"/>
                    </a:cubicBezTo>
                    <a:cubicBezTo>
                      <a:pt x="285" y="4184"/>
                      <a:pt x="318" y="4178"/>
                      <a:pt x="352" y="4165"/>
                    </a:cubicBezTo>
                    <a:cubicBezTo>
                      <a:pt x="745" y="3971"/>
                      <a:pt x="1211" y="3890"/>
                      <a:pt x="1722" y="3890"/>
                    </a:cubicBezTo>
                    <a:cubicBezTo>
                      <a:pt x="3392" y="3890"/>
                      <a:pt x="5527" y="4759"/>
                      <a:pt x="7044" y="5393"/>
                    </a:cubicBezTo>
                    <a:cubicBezTo>
                      <a:pt x="8071" y="5819"/>
                      <a:pt x="8623" y="6019"/>
                      <a:pt x="8948" y="6019"/>
                    </a:cubicBezTo>
                    <a:cubicBezTo>
                      <a:pt x="9074" y="6019"/>
                      <a:pt x="9174" y="5994"/>
                      <a:pt x="9249" y="5919"/>
                    </a:cubicBezTo>
                    <a:cubicBezTo>
                      <a:pt x="9550" y="5543"/>
                      <a:pt x="9525" y="4892"/>
                      <a:pt x="9450" y="4465"/>
                    </a:cubicBezTo>
                    <a:lnTo>
                      <a:pt x="9450" y="4465"/>
                    </a:lnTo>
                    <a:cubicBezTo>
                      <a:pt x="9613" y="4514"/>
                      <a:pt x="9808" y="4553"/>
                      <a:pt x="10000" y="4553"/>
                    </a:cubicBezTo>
                    <a:cubicBezTo>
                      <a:pt x="10103" y="4553"/>
                      <a:pt x="10206" y="4542"/>
                      <a:pt x="10302" y="4516"/>
                    </a:cubicBezTo>
                    <a:cubicBezTo>
                      <a:pt x="10552" y="4440"/>
                      <a:pt x="10728" y="4290"/>
                      <a:pt x="10853" y="4064"/>
                    </a:cubicBezTo>
                    <a:cubicBezTo>
                      <a:pt x="11154" y="3538"/>
                      <a:pt x="10853" y="2836"/>
                      <a:pt x="10527" y="2335"/>
                    </a:cubicBezTo>
                    <a:lnTo>
                      <a:pt x="10527" y="2335"/>
                    </a:lnTo>
                    <a:cubicBezTo>
                      <a:pt x="10761" y="2407"/>
                      <a:pt x="10994" y="2466"/>
                      <a:pt x="11200" y="2466"/>
                    </a:cubicBezTo>
                    <a:cubicBezTo>
                      <a:pt x="11281" y="2466"/>
                      <a:pt x="11359" y="2457"/>
                      <a:pt x="11430" y="2435"/>
                    </a:cubicBezTo>
                    <a:cubicBezTo>
                      <a:pt x="11705" y="2335"/>
                      <a:pt x="11831" y="2160"/>
                      <a:pt x="11856" y="2009"/>
                    </a:cubicBezTo>
                    <a:cubicBezTo>
                      <a:pt x="12081" y="1358"/>
                      <a:pt x="11229" y="205"/>
                      <a:pt x="11129" y="79"/>
                    </a:cubicBezTo>
                    <a:cubicBezTo>
                      <a:pt x="11089" y="26"/>
                      <a:pt x="11034" y="1"/>
                      <a:pt x="10976" y="1"/>
                    </a:cubicBezTo>
                    <a:close/>
                  </a:path>
                </a:pathLst>
              </a:custGeom>
              <a:solidFill>
                <a:srgbClr val="2417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Google Shape;561;p31"/>
              <p:cNvSpPr/>
              <p:nvPr/>
            </p:nvSpPr>
            <p:spPr>
              <a:xfrm>
                <a:off x="1038798" y="3894663"/>
                <a:ext cx="93456" cy="95513"/>
              </a:xfrm>
              <a:custGeom>
                <a:avLst/>
                <a:gdLst/>
                <a:ahLst/>
                <a:cxnLst/>
                <a:rect l="l" t="t" r="r" b="b"/>
                <a:pathLst>
                  <a:path w="4362" h="4458" extrusionOk="0">
                    <a:moveTo>
                      <a:pt x="247" y="1"/>
                    </a:moveTo>
                    <a:cubicBezTo>
                      <a:pt x="202" y="1"/>
                      <a:pt x="158" y="15"/>
                      <a:pt x="126" y="46"/>
                    </a:cubicBezTo>
                    <a:cubicBezTo>
                      <a:pt x="26" y="96"/>
                      <a:pt x="1" y="247"/>
                      <a:pt x="76" y="322"/>
                    </a:cubicBezTo>
                    <a:cubicBezTo>
                      <a:pt x="101" y="347"/>
                      <a:pt x="1580" y="2302"/>
                      <a:pt x="3986" y="4407"/>
                    </a:cubicBezTo>
                    <a:cubicBezTo>
                      <a:pt x="4036" y="4432"/>
                      <a:pt x="4086" y="4457"/>
                      <a:pt x="4136" y="4457"/>
                    </a:cubicBezTo>
                    <a:cubicBezTo>
                      <a:pt x="4186" y="4457"/>
                      <a:pt x="4237" y="4432"/>
                      <a:pt x="4287" y="4382"/>
                    </a:cubicBezTo>
                    <a:cubicBezTo>
                      <a:pt x="4362" y="4307"/>
                      <a:pt x="4362" y="4156"/>
                      <a:pt x="4262" y="4081"/>
                    </a:cubicBezTo>
                    <a:cubicBezTo>
                      <a:pt x="1881" y="2026"/>
                      <a:pt x="427" y="96"/>
                      <a:pt x="402" y="71"/>
                    </a:cubicBezTo>
                    <a:cubicBezTo>
                      <a:pt x="373" y="28"/>
                      <a:pt x="310" y="1"/>
                      <a:pt x="247" y="1"/>
                    </a:cubicBezTo>
                    <a:close/>
                  </a:path>
                </a:pathLst>
              </a:custGeom>
              <a:solidFill>
                <a:srgbClr val="2417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Google Shape;562;p31"/>
              <p:cNvSpPr/>
              <p:nvPr/>
            </p:nvSpPr>
            <p:spPr>
              <a:xfrm>
                <a:off x="900799" y="3122865"/>
                <a:ext cx="128893" cy="163323"/>
              </a:xfrm>
              <a:custGeom>
                <a:avLst/>
                <a:gdLst/>
                <a:ahLst/>
                <a:cxnLst/>
                <a:rect l="l" t="t" r="r" b="b"/>
                <a:pathLst>
                  <a:path w="6016" h="7623" extrusionOk="0">
                    <a:moveTo>
                      <a:pt x="4040" y="410"/>
                    </a:moveTo>
                    <a:cubicBezTo>
                      <a:pt x="4598" y="410"/>
                      <a:pt x="5092" y="574"/>
                      <a:pt x="5389" y="1031"/>
                    </a:cubicBezTo>
                    <a:cubicBezTo>
                      <a:pt x="5515" y="1207"/>
                      <a:pt x="5540" y="1332"/>
                      <a:pt x="5490" y="1432"/>
                    </a:cubicBezTo>
                    <a:cubicBezTo>
                      <a:pt x="5348" y="1650"/>
                      <a:pt x="4789" y="1736"/>
                      <a:pt x="4061" y="1736"/>
                    </a:cubicBezTo>
                    <a:cubicBezTo>
                      <a:pt x="3114" y="1736"/>
                      <a:pt x="1881" y="1592"/>
                      <a:pt x="903" y="1407"/>
                    </a:cubicBezTo>
                    <a:cubicBezTo>
                      <a:pt x="1380" y="1152"/>
                      <a:pt x="2854" y="410"/>
                      <a:pt x="4040" y="410"/>
                    </a:cubicBezTo>
                    <a:close/>
                    <a:moveTo>
                      <a:pt x="4046" y="0"/>
                    </a:moveTo>
                    <a:cubicBezTo>
                      <a:pt x="2492" y="0"/>
                      <a:pt x="632" y="1087"/>
                      <a:pt x="527" y="1157"/>
                    </a:cubicBezTo>
                    <a:cubicBezTo>
                      <a:pt x="427" y="1207"/>
                      <a:pt x="402" y="1332"/>
                      <a:pt x="452" y="1432"/>
                    </a:cubicBezTo>
                    <a:cubicBezTo>
                      <a:pt x="477" y="1483"/>
                      <a:pt x="527" y="1508"/>
                      <a:pt x="577" y="1533"/>
                    </a:cubicBezTo>
                    <a:cubicBezTo>
                      <a:pt x="552" y="1608"/>
                      <a:pt x="552" y="1683"/>
                      <a:pt x="602" y="1733"/>
                    </a:cubicBezTo>
                    <a:cubicBezTo>
                      <a:pt x="627" y="1758"/>
                      <a:pt x="3109" y="4941"/>
                      <a:pt x="2783" y="6495"/>
                    </a:cubicBezTo>
                    <a:cubicBezTo>
                      <a:pt x="2708" y="6771"/>
                      <a:pt x="2557" y="6996"/>
                      <a:pt x="2282" y="7122"/>
                    </a:cubicBezTo>
                    <a:cubicBezTo>
                      <a:pt x="2169" y="7172"/>
                      <a:pt x="2069" y="7197"/>
                      <a:pt x="1975" y="7197"/>
                    </a:cubicBezTo>
                    <a:cubicBezTo>
                      <a:pt x="1881" y="7197"/>
                      <a:pt x="1793" y="7172"/>
                      <a:pt x="1705" y="7122"/>
                    </a:cubicBezTo>
                    <a:cubicBezTo>
                      <a:pt x="703" y="6520"/>
                      <a:pt x="452" y="2786"/>
                      <a:pt x="427" y="1382"/>
                    </a:cubicBezTo>
                    <a:cubicBezTo>
                      <a:pt x="427" y="1282"/>
                      <a:pt x="327" y="1182"/>
                      <a:pt x="226" y="1182"/>
                    </a:cubicBezTo>
                    <a:cubicBezTo>
                      <a:pt x="101" y="1182"/>
                      <a:pt x="1" y="1282"/>
                      <a:pt x="1" y="1407"/>
                    </a:cubicBezTo>
                    <a:cubicBezTo>
                      <a:pt x="26" y="1934"/>
                      <a:pt x="101" y="6645"/>
                      <a:pt x="1480" y="7473"/>
                    </a:cubicBezTo>
                    <a:cubicBezTo>
                      <a:pt x="1630" y="7573"/>
                      <a:pt x="1805" y="7623"/>
                      <a:pt x="1956" y="7623"/>
                    </a:cubicBezTo>
                    <a:cubicBezTo>
                      <a:pt x="2131" y="7623"/>
                      <a:pt x="2307" y="7573"/>
                      <a:pt x="2457" y="7498"/>
                    </a:cubicBezTo>
                    <a:cubicBezTo>
                      <a:pt x="2858" y="7297"/>
                      <a:pt x="3084" y="6996"/>
                      <a:pt x="3184" y="6595"/>
                    </a:cubicBezTo>
                    <a:cubicBezTo>
                      <a:pt x="3485" y="5192"/>
                      <a:pt x="1956" y="2861"/>
                      <a:pt x="1254" y="1909"/>
                    </a:cubicBezTo>
                    <a:lnTo>
                      <a:pt x="1254" y="1909"/>
                    </a:lnTo>
                    <a:cubicBezTo>
                      <a:pt x="1924" y="2014"/>
                      <a:pt x="3007" y="2160"/>
                      <a:pt x="3962" y="2160"/>
                    </a:cubicBezTo>
                    <a:cubicBezTo>
                      <a:pt x="4829" y="2160"/>
                      <a:pt x="5590" y="2040"/>
                      <a:pt x="5840" y="1658"/>
                    </a:cubicBezTo>
                    <a:cubicBezTo>
                      <a:pt x="5941" y="1483"/>
                      <a:pt x="6016" y="1207"/>
                      <a:pt x="5740" y="806"/>
                    </a:cubicBezTo>
                    <a:cubicBezTo>
                      <a:pt x="5350" y="210"/>
                      <a:pt x="4727" y="0"/>
                      <a:pt x="4046" y="0"/>
                    </a:cubicBezTo>
                    <a:close/>
                  </a:path>
                </a:pathLst>
              </a:custGeom>
              <a:solidFill>
                <a:srgbClr val="EABC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Google Shape;563;p31"/>
              <p:cNvSpPr/>
              <p:nvPr/>
            </p:nvSpPr>
            <p:spPr>
              <a:xfrm>
                <a:off x="1330931" y="3021117"/>
                <a:ext cx="166472" cy="132449"/>
              </a:xfrm>
              <a:custGeom>
                <a:avLst/>
                <a:gdLst/>
                <a:ahLst/>
                <a:cxnLst/>
                <a:rect l="l" t="t" r="r" b="b"/>
                <a:pathLst>
                  <a:path w="7770" h="6182" extrusionOk="0">
                    <a:moveTo>
                      <a:pt x="4687" y="417"/>
                    </a:moveTo>
                    <a:cubicBezTo>
                      <a:pt x="5138" y="417"/>
                      <a:pt x="5439" y="442"/>
                      <a:pt x="5439" y="442"/>
                    </a:cubicBezTo>
                    <a:cubicBezTo>
                      <a:pt x="5414" y="442"/>
                      <a:pt x="5364" y="467"/>
                      <a:pt x="5338" y="492"/>
                    </a:cubicBezTo>
                    <a:cubicBezTo>
                      <a:pt x="4458" y="1124"/>
                      <a:pt x="2155" y="2631"/>
                      <a:pt x="1046" y="2631"/>
                    </a:cubicBezTo>
                    <a:cubicBezTo>
                      <a:pt x="924" y="2631"/>
                      <a:pt x="817" y="2612"/>
                      <a:pt x="727" y="2572"/>
                    </a:cubicBezTo>
                    <a:cubicBezTo>
                      <a:pt x="627" y="2522"/>
                      <a:pt x="476" y="2422"/>
                      <a:pt x="451" y="2096"/>
                    </a:cubicBezTo>
                    <a:cubicBezTo>
                      <a:pt x="426" y="1795"/>
                      <a:pt x="501" y="1545"/>
                      <a:pt x="727" y="1319"/>
                    </a:cubicBezTo>
                    <a:cubicBezTo>
                      <a:pt x="1479" y="542"/>
                      <a:pt x="3559" y="417"/>
                      <a:pt x="4687" y="417"/>
                    </a:cubicBezTo>
                    <a:close/>
                    <a:moveTo>
                      <a:pt x="4713" y="0"/>
                    </a:moveTo>
                    <a:cubicBezTo>
                      <a:pt x="3537" y="0"/>
                      <a:pt x="1311" y="122"/>
                      <a:pt x="426" y="1044"/>
                    </a:cubicBezTo>
                    <a:cubicBezTo>
                      <a:pt x="125" y="1344"/>
                      <a:pt x="0" y="1720"/>
                      <a:pt x="25" y="2121"/>
                    </a:cubicBezTo>
                    <a:cubicBezTo>
                      <a:pt x="75" y="2623"/>
                      <a:pt x="326" y="2848"/>
                      <a:pt x="551" y="2948"/>
                    </a:cubicBezTo>
                    <a:cubicBezTo>
                      <a:pt x="685" y="3007"/>
                      <a:pt x="841" y="3033"/>
                      <a:pt x="1014" y="3033"/>
                    </a:cubicBezTo>
                    <a:cubicBezTo>
                      <a:pt x="2171" y="3033"/>
                      <a:pt x="4078" y="1851"/>
                      <a:pt x="5038" y="1219"/>
                    </a:cubicBezTo>
                    <a:lnTo>
                      <a:pt x="5038" y="1219"/>
                    </a:lnTo>
                    <a:cubicBezTo>
                      <a:pt x="4737" y="2121"/>
                      <a:pt x="4311" y="3775"/>
                      <a:pt x="4787" y="4953"/>
                    </a:cubicBezTo>
                    <a:cubicBezTo>
                      <a:pt x="4988" y="5480"/>
                      <a:pt x="5364" y="5856"/>
                      <a:pt x="5865" y="6056"/>
                    </a:cubicBezTo>
                    <a:cubicBezTo>
                      <a:pt x="6040" y="6131"/>
                      <a:pt x="6216" y="6181"/>
                      <a:pt x="6366" y="6181"/>
                    </a:cubicBezTo>
                    <a:cubicBezTo>
                      <a:pt x="6542" y="6181"/>
                      <a:pt x="6717" y="6106"/>
                      <a:pt x="6842" y="5981"/>
                    </a:cubicBezTo>
                    <a:cubicBezTo>
                      <a:pt x="7770" y="5104"/>
                      <a:pt x="6416" y="1169"/>
                      <a:pt x="6141" y="367"/>
                    </a:cubicBezTo>
                    <a:cubicBezTo>
                      <a:pt x="6099" y="284"/>
                      <a:pt x="6023" y="235"/>
                      <a:pt x="5927" y="235"/>
                    </a:cubicBezTo>
                    <a:cubicBezTo>
                      <a:pt x="5907" y="235"/>
                      <a:pt x="5886" y="237"/>
                      <a:pt x="5865" y="242"/>
                    </a:cubicBezTo>
                    <a:cubicBezTo>
                      <a:pt x="5765" y="292"/>
                      <a:pt x="5714" y="417"/>
                      <a:pt x="5739" y="517"/>
                    </a:cubicBezTo>
                    <a:cubicBezTo>
                      <a:pt x="6366" y="2221"/>
                      <a:pt x="7118" y="5154"/>
                      <a:pt x="6567" y="5680"/>
                    </a:cubicBezTo>
                    <a:cubicBezTo>
                      <a:pt x="6516" y="5730"/>
                      <a:pt x="6441" y="5755"/>
                      <a:pt x="6347" y="5755"/>
                    </a:cubicBezTo>
                    <a:cubicBezTo>
                      <a:pt x="6253" y="5755"/>
                      <a:pt x="6141" y="5730"/>
                      <a:pt x="6015" y="5680"/>
                    </a:cubicBezTo>
                    <a:cubicBezTo>
                      <a:pt x="5614" y="5505"/>
                      <a:pt x="5338" y="5204"/>
                      <a:pt x="5163" y="4803"/>
                    </a:cubicBezTo>
                    <a:cubicBezTo>
                      <a:pt x="4562" y="3299"/>
                      <a:pt x="5639" y="768"/>
                      <a:pt x="5639" y="743"/>
                    </a:cubicBezTo>
                    <a:cubicBezTo>
                      <a:pt x="5689" y="643"/>
                      <a:pt x="5664" y="542"/>
                      <a:pt x="5589" y="492"/>
                    </a:cubicBezTo>
                    <a:cubicBezTo>
                      <a:pt x="5539" y="467"/>
                      <a:pt x="5514" y="442"/>
                      <a:pt x="5464" y="442"/>
                    </a:cubicBezTo>
                    <a:cubicBezTo>
                      <a:pt x="5564" y="442"/>
                      <a:pt x="5664" y="342"/>
                      <a:pt x="5664" y="242"/>
                    </a:cubicBezTo>
                    <a:cubicBezTo>
                      <a:pt x="5664" y="141"/>
                      <a:pt x="5589" y="41"/>
                      <a:pt x="5464" y="16"/>
                    </a:cubicBezTo>
                    <a:cubicBezTo>
                      <a:pt x="5424" y="16"/>
                      <a:pt x="5137" y="0"/>
                      <a:pt x="4713" y="0"/>
                    </a:cubicBezTo>
                    <a:close/>
                  </a:path>
                </a:pathLst>
              </a:custGeom>
              <a:solidFill>
                <a:srgbClr val="EABC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31"/>
              <p:cNvSpPr/>
              <p:nvPr/>
            </p:nvSpPr>
            <p:spPr>
              <a:xfrm>
                <a:off x="1445834" y="3876837"/>
                <a:ext cx="48892" cy="59626"/>
              </a:xfrm>
              <a:custGeom>
                <a:avLst/>
                <a:gdLst/>
                <a:ahLst/>
                <a:cxnLst/>
                <a:rect l="l" t="t" r="r" b="b"/>
                <a:pathLst>
                  <a:path w="2282" h="2783" extrusionOk="0">
                    <a:moveTo>
                      <a:pt x="2026" y="1"/>
                    </a:moveTo>
                    <a:cubicBezTo>
                      <a:pt x="1955" y="1"/>
                      <a:pt x="1889" y="34"/>
                      <a:pt x="1855" y="101"/>
                    </a:cubicBezTo>
                    <a:cubicBezTo>
                      <a:pt x="1855" y="126"/>
                      <a:pt x="1028" y="1605"/>
                      <a:pt x="101" y="2407"/>
                    </a:cubicBezTo>
                    <a:cubicBezTo>
                      <a:pt x="1" y="2482"/>
                      <a:pt x="1" y="2633"/>
                      <a:pt x="76" y="2708"/>
                    </a:cubicBezTo>
                    <a:cubicBezTo>
                      <a:pt x="101" y="2758"/>
                      <a:pt x="176" y="2783"/>
                      <a:pt x="226" y="2783"/>
                    </a:cubicBezTo>
                    <a:cubicBezTo>
                      <a:pt x="276" y="2783"/>
                      <a:pt x="326" y="2758"/>
                      <a:pt x="376" y="2733"/>
                    </a:cubicBezTo>
                    <a:cubicBezTo>
                      <a:pt x="1354" y="1881"/>
                      <a:pt x="2181" y="377"/>
                      <a:pt x="2231" y="302"/>
                    </a:cubicBezTo>
                    <a:cubicBezTo>
                      <a:pt x="2281" y="201"/>
                      <a:pt x="2231" y="76"/>
                      <a:pt x="2131" y="26"/>
                    </a:cubicBezTo>
                    <a:cubicBezTo>
                      <a:pt x="2097" y="9"/>
                      <a:pt x="2061" y="1"/>
                      <a:pt x="2026" y="1"/>
                    </a:cubicBezTo>
                    <a:close/>
                  </a:path>
                </a:pathLst>
              </a:custGeom>
              <a:solidFill>
                <a:srgbClr val="2417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Google Shape;565;p31"/>
              <p:cNvSpPr/>
              <p:nvPr/>
            </p:nvSpPr>
            <p:spPr>
              <a:xfrm>
                <a:off x="1421667" y="4417715"/>
                <a:ext cx="344771" cy="112653"/>
              </a:xfrm>
              <a:custGeom>
                <a:avLst/>
                <a:gdLst/>
                <a:ahLst/>
                <a:cxnLst/>
                <a:rect l="l" t="t" r="r" b="b"/>
                <a:pathLst>
                  <a:path w="16092" h="5258" extrusionOk="0">
                    <a:moveTo>
                      <a:pt x="257" y="0"/>
                    </a:moveTo>
                    <a:cubicBezTo>
                      <a:pt x="230" y="0"/>
                      <a:pt x="202" y="6"/>
                      <a:pt x="176" y="19"/>
                    </a:cubicBezTo>
                    <a:cubicBezTo>
                      <a:pt x="51" y="44"/>
                      <a:pt x="1" y="170"/>
                      <a:pt x="26" y="270"/>
                    </a:cubicBezTo>
                    <a:cubicBezTo>
                      <a:pt x="778" y="2375"/>
                      <a:pt x="2106" y="3829"/>
                      <a:pt x="3961" y="4606"/>
                    </a:cubicBezTo>
                    <a:cubicBezTo>
                      <a:pt x="5114" y="5082"/>
                      <a:pt x="6392" y="5257"/>
                      <a:pt x="7645" y="5257"/>
                    </a:cubicBezTo>
                    <a:cubicBezTo>
                      <a:pt x="11705" y="5257"/>
                      <a:pt x="15715" y="3353"/>
                      <a:pt x="15941" y="3252"/>
                    </a:cubicBezTo>
                    <a:cubicBezTo>
                      <a:pt x="16041" y="3202"/>
                      <a:pt x="16091" y="3077"/>
                      <a:pt x="16041" y="2977"/>
                    </a:cubicBezTo>
                    <a:cubicBezTo>
                      <a:pt x="16004" y="2903"/>
                      <a:pt x="15927" y="2857"/>
                      <a:pt x="15849" y="2857"/>
                    </a:cubicBezTo>
                    <a:cubicBezTo>
                      <a:pt x="15821" y="2857"/>
                      <a:pt x="15792" y="2863"/>
                      <a:pt x="15765" y="2876"/>
                    </a:cubicBezTo>
                    <a:cubicBezTo>
                      <a:pt x="15707" y="2896"/>
                      <a:pt x="11628" y="4829"/>
                      <a:pt x="7616" y="4829"/>
                    </a:cubicBezTo>
                    <a:cubicBezTo>
                      <a:pt x="6413" y="4829"/>
                      <a:pt x="5217" y="4656"/>
                      <a:pt x="4136" y="4205"/>
                    </a:cubicBezTo>
                    <a:cubicBezTo>
                      <a:pt x="2382" y="3503"/>
                      <a:pt x="1129" y="2125"/>
                      <a:pt x="427" y="145"/>
                    </a:cubicBezTo>
                    <a:cubicBezTo>
                      <a:pt x="408" y="52"/>
                      <a:pt x="334" y="0"/>
                      <a:pt x="257" y="0"/>
                    </a:cubicBezTo>
                    <a:close/>
                  </a:path>
                </a:pathLst>
              </a:custGeom>
              <a:solidFill>
                <a:srgbClr val="2417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Google Shape;566;p31"/>
              <p:cNvSpPr/>
              <p:nvPr/>
            </p:nvSpPr>
            <p:spPr>
              <a:xfrm>
                <a:off x="1087134" y="4412102"/>
                <a:ext cx="266356" cy="142969"/>
              </a:xfrm>
              <a:custGeom>
                <a:avLst/>
                <a:gdLst/>
                <a:ahLst/>
                <a:cxnLst/>
                <a:rect l="l" t="t" r="r" b="b"/>
                <a:pathLst>
                  <a:path w="12432" h="6673" extrusionOk="0">
                    <a:moveTo>
                      <a:pt x="12191" y="1"/>
                    </a:moveTo>
                    <a:cubicBezTo>
                      <a:pt x="12101" y="1"/>
                      <a:pt x="12006" y="72"/>
                      <a:pt x="12006" y="181"/>
                    </a:cubicBezTo>
                    <a:cubicBezTo>
                      <a:pt x="11981" y="206"/>
                      <a:pt x="11529" y="2863"/>
                      <a:pt x="9023" y="4642"/>
                    </a:cubicBezTo>
                    <a:cubicBezTo>
                      <a:pt x="7512" y="5727"/>
                      <a:pt x="5585" y="6269"/>
                      <a:pt x="3278" y="6269"/>
                    </a:cubicBezTo>
                    <a:cubicBezTo>
                      <a:pt x="2332" y="6269"/>
                      <a:pt x="1322" y="6178"/>
                      <a:pt x="251" y="5996"/>
                    </a:cubicBezTo>
                    <a:cubicBezTo>
                      <a:pt x="238" y="5992"/>
                      <a:pt x="225" y="5991"/>
                      <a:pt x="213" y="5991"/>
                    </a:cubicBezTo>
                    <a:cubicBezTo>
                      <a:pt x="126" y="5991"/>
                      <a:pt x="47" y="6062"/>
                      <a:pt x="26" y="6171"/>
                    </a:cubicBezTo>
                    <a:cubicBezTo>
                      <a:pt x="1" y="6271"/>
                      <a:pt x="76" y="6372"/>
                      <a:pt x="201" y="6397"/>
                    </a:cubicBezTo>
                    <a:cubicBezTo>
                      <a:pt x="1279" y="6597"/>
                      <a:pt x="2306" y="6672"/>
                      <a:pt x="3284" y="6672"/>
                    </a:cubicBezTo>
                    <a:cubicBezTo>
                      <a:pt x="5665" y="6672"/>
                      <a:pt x="7670" y="6121"/>
                      <a:pt x="9249" y="4993"/>
                    </a:cubicBezTo>
                    <a:cubicBezTo>
                      <a:pt x="11905" y="3113"/>
                      <a:pt x="12382" y="356"/>
                      <a:pt x="12407" y="231"/>
                    </a:cubicBezTo>
                    <a:cubicBezTo>
                      <a:pt x="12432" y="131"/>
                      <a:pt x="12357" y="31"/>
                      <a:pt x="12231" y="6"/>
                    </a:cubicBezTo>
                    <a:cubicBezTo>
                      <a:pt x="12218" y="2"/>
                      <a:pt x="12205" y="1"/>
                      <a:pt x="12191" y="1"/>
                    </a:cubicBezTo>
                    <a:close/>
                  </a:path>
                </a:pathLst>
              </a:custGeom>
              <a:solidFill>
                <a:srgbClr val="2417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67" name="Google Shape;567;p31"/>
          <p:cNvGrpSpPr/>
          <p:nvPr/>
        </p:nvGrpSpPr>
        <p:grpSpPr>
          <a:xfrm>
            <a:off x="7616921" y="-12"/>
            <a:ext cx="788802" cy="948854"/>
            <a:chOff x="7616921" y="-12"/>
            <a:chExt cx="788802" cy="948854"/>
          </a:xfrm>
        </p:grpSpPr>
        <p:grpSp>
          <p:nvGrpSpPr>
            <p:cNvPr id="568" name="Google Shape;568;p31"/>
            <p:cNvGrpSpPr/>
            <p:nvPr/>
          </p:nvGrpSpPr>
          <p:grpSpPr>
            <a:xfrm>
              <a:off x="7666642" y="29850"/>
              <a:ext cx="739080" cy="918992"/>
              <a:chOff x="4696207" y="568320"/>
              <a:chExt cx="497161" cy="618225"/>
            </a:xfrm>
          </p:grpSpPr>
          <p:sp>
            <p:nvSpPr>
              <p:cNvPr id="569" name="Google Shape;569;p31"/>
              <p:cNvSpPr/>
              <p:nvPr/>
            </p:nvSpPr>
            <p:spPr>
              <a:xfrm>
                <a:off x="4925160" y="972280"/>
                <a:ext cx="10940" cy="122126"/>
              </a:xfrm>
              <a:custGeom>
                <a:avLst/>
                <a:gdLst/>
                <a:ahLst/>
                <a:cxnLst/>
                <a:rect l="l" t="t" r="r" b="b"/>
                <a:pathLst>
                  <a:path w="503" h="5615" extrusionOk="0">
                    <a:moveTo>
                      <a:pt x="201" y="0"/>
                    </a:moveTo>
                    <a:cubicBezTo>
                      <a:pt x="76" y="0"/>
                      <a:pt x="1" y="101"/>
                      <a:pt x="1" y="226"/>
                    </a:cubicBezTo>
                    <a:lnTo>
                      <a:pt x="76" y="5414"/>
                    </a:lnTo>
                    <a:cubicBezTo>
                      <a:pt x="76" y="5514"/>
                      <a:pt x="176" y="5614"/>
                      <a:pt x="277" y="5614"/>
                    </a:cubicBezTo>
                    <a:lnTo>
                      <a:pt x="302" y="5614"/>
                    </a:lnTo>
                    <a:cubicBezTo>
                      <a:pt x="402" y="5614"/>
                      <a:pt x="502" y="5514"/>
                      <a:pt x="502" y="5389"/>
                    </a:cubicBezTo>
                    <a:lnTo>
                      <a:pt x="427" y="201"/>
                    </a:lnTo>
                    <a:cubicBezTo>
                      <a:pt x="402" y="101"/>
                      <a:pt x="302" y="0"/>
                      <a:pt x="201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Google Shape;570;p31"/>
              <p:cNvSpPr/>
              <p:nvPr/>
            </p:nvSpPr>
            <p:spPr>
              <a:xfrm>
                <a:off x="4900647" y="1073683"/>
                <a:ext cx="53983" cy="53983"/>
              </a:xfrm>
              <a:custGeom>
                <a:avLst/>
                <a:gdLst/>
                <a:ahLst/>
                <a:cxnLst/>
                <a:rect l="l" t="t" r="r" b="b"/>
                <a:pathLst>
                  <a:path w="2482" h="2482" extrusionOk="0">
                    <a:moveTo>
                      <a:pt x="1253" y="0"/>
                    </a:moveTo>
                    <a:cubicBezTo>
                      <a:pt x="551" y="0"/>
                      <a:pt x="0" y="551"/>
                      <a:pt x="0" y="1253"/>
                    </a:cubicBezTo>
                    <a:cubicBezTo>
                      <a:pt x="0" y="1930"/>
                      <a:pt x="551" y="2481"/>
                      <a:pt x="1253" y="2481"/>
                    </a:cubicBezTo>
                    <a:cubicBezTo>
                      <a:pt x="1930" y="2481"/>
                      <a:pt x="2481" y="1930"/>
                      <a:pt x="2481" y="1253"/>
                    </a:cubicBezTo>
                    <a:cubicBezTo>
                      <a:pt x="2481" y="551"/>
                      <a:pt x="1930" y="0"/>
                      <a:pt x="1253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Google Shape;571;p31"/>
              <p:cNvSpPr/>
              <p:nvPr/>
            </p:nvSpPr>
            <p:spPr>
              <a:xfrm>
                <a:off x="4901734" y="1105744"/>
                <a:ext cx="15268" cy="70426"/>
              </a:xfrm>
              <a:custGeom>
                <a:avLst/>
                <a:gdLst/>
                <a:ahLst/>
                <a:cxnLst/>
                <a:rect l="l" t="t" r="r" b="b"/>
                <a:pathLst>
                  <a:path w="702" h="3238" extrusionOk="0">
                    <a:moveTo>
                      <a:pt x="470" y="1"/>
                    </a:moveTo>
                    <a:cubicBezTo>
                      <a:pt x="381" y="1"/>
                      <a:pt x="298" y="90"/>
                      <a:pt x="276" y="180"/>
                    </a:cubicBezTo>
                    <a:lnTo>
                      <a:pt x="25" y="3012"/>
                    </a:lnTo>
                    <a:cubicBezTo>
                      <a:pt x="0" y="3113"/>
                      <a:pt x="100" y="3213"/>
                      <a:pt x="201" y="3238"/>
                    </a:cubicBezTo>
                    <a:lnTo>
                      <a:pt x="226" y="3238"/>
                    </a:lnTo>
                    <a:cubicBezTo>
                      <a:pt x="326" y="3238"/>
                      <a:pt x="426" y="3163"/>
                      <a:pt x="426" y="3037"/>
                    </a:cubicBezTo>
                    <a:lnTo>
                      <a:pt x="702" y="230"/>
                    </a:lnTo>
                    <a:cubicBezTo>
                      <a:pt x="702" y="105"/>
                      <a:pt x="627" y="5"/>
                      <a:pt x="501" y="5"/>
                    </a:cubicBezTo>
                    <a:cubicBezTo>
                      <a:pt x="491" y="2"/>
                      <a:pt x="480" y="1"/>
                      <a:pt x="470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31"/>
              <p:cNvSpPr/>
              <p:nvPr/>
            </p:nvSpPr>
            <p:spPr>
              <a:xfrm>
                <a:off x="4922442" y="1110203"/>
                <a:ext cx="10918" cy="76342"/>
              </a:xfrm>
              <a:custGeom>
                <a:avLst/>
                <a:gdLst/>
                <a:ahLst/>
                <a:cxnLst/>
                <a:rect l="l" t="t" r="r" b="b"/>
                <a:pathLst>
                  <a:path w="502" h="3510" extrusionOk="0">
                    <a:moveTo>
                      <a:pt x="276" y="0"/>
                    </a:moveTo>
                    <a:cubicBezTo>
                      <a:pt x="176" y="0"/>
                      <a:pt x="76" y="75"/>
                      <a:pt x="76" y="201"/>
                    </a:cubicBezTo>
                    <a:lnTo>
                      <a:pt x="1" y="3283"/>
                    </a:lnTo>
                    <a:cubicBezTo>
                      <a:pt x="1" y="3409"/>
                      <a:pt x="101" y="3509"/>
                      <a:pt x="201" y="3509"/>
                    </a:cubicBezTo>
                    <a:cubicBezTo>
                      <a:pt x="326" y="3509"/>
                      <a:pt x="427" y="3409"/>
                      <a:pt x="427" y="3283"/>
                    </a:cubicBezTo>
                    <a:lnTo>
                      <a:pt x="477" y="201"/>
                    </a:lnTo>
                    <a:cubicBezTo>
                      <a:pt x="502" y="100"/>
                      <a:pt x="402" y="0"/>
                      <a:pt x="276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Google Shape;573;p31"/>
              <p:cNvSpPr/>
              <p:nvPr/>
            </p:nvSpPr>
            <p:spPr>
              <a:xfrm>
                <a:off x="4933883" y="1108463"/>
                <a:ext cx="24556" cy="73711"/>
              </a:xfrm>
              <a:custGeom>
                <a:avLst/>
                <a:gdLst/>
                <a:ahLst/>
                <a:cxnLst/>
                <a:rect l="l" t="t" r="r" b="b"/>
                <a:pathLst>
                  <a:path w="1129" h="3389" extrusionOk="0">
                    <a:moveTo>
                      <a:pt x="216" y="0"/>
                    </a:moveTo>
                    <a:cubicBezTo>
                      <a:pt x="203" y="0"/>
                      <a:pt x="189" y="2"/>
                      <a:pt x="176" y="5"/>
                    </a:cubicBezTo>
                    <a:cubicBezTo>
                      <a:pt x="76" y="30"/>
                      <a:pt x="1" y="155"/>
                      <a:pt x="26" y="256"/>
                    </a:cubicBezTo>
                    <a:lnTo>
                      <a:pt x="678" y="3213"/>
                    </a:lnTo>
                    <a:cubicBezTo>
                      <a:pt x="703" y="3313"/>
                      <a:pt x="803" y="3389"/>
                      <a:pt x="903" y="3389"/>
                    </a:cubicBezTo>
                    <a:cubicBezTo>
                      <a:pt x="903" y="3389"/>
                      <a:pt x="928" y="3389"/>
                      <a:pt x="928" y="3363"/>
                    </a:cubicBezTo>
                    <a:cubicBezTo>
                      <a:pt x="1053" y="3338"/>
                      <a:pt x="1129" y="3238"/>
                      <a:pt x="1104" y="3113"/>
                    </a:cubicBezTo>
                    <a:lnTo>
                      <a:pt x="427" y="180"/>
                    </a:lnTo>
                    <a:cubicBezTo>
                      <a:pt x="405" y="71"/>
                      <a:pt x="307" y="0"/>
                      <a:pt x="216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31"/>
              <p:cNvSpPr/>
              <p:nvPr/>
            </p:nvSpPr>
            <p:spPr>
              <a:xfrm>
                <a:off x="4938798" y="568320"/>
                <a:ext cx="9287" cy="113405"/>
              </a:xfrm>
              <a:custGeom>
                <a:avLst/>
                <a:gdLst/>
                <a:ahLst/>
                <a:cxnLst/>
                <a:rect l="l" t="t" r="r" b="b"/>
                <a:pathLst>
                  <a:path w="427" h="5214" extrusionOk="0">
                    <a:moveTo>
                      <a:pt x="201" y="1"/>
                    </a:moveTo>
                    <a:cubicBezTo>
                      <a:pt x="76" y="1"/>
                      <a:pt x="0" y="101"/>
                      <a:pt x="0" y="226"/>
                    </a:cubicBezTo>
                    <a:lnTo>
                      <a:pt x="0" y="5013"/>
                    </a:lnTo>
                    <a:cubicBezTo>
                      <a:pt x="0" y="5114"/>
                      <a:pt x="101" y="5214"/>
                      <a:pt x="226" y="5214"/>
                    </a:cubicBezTo>
                    <a:cubicBezTo>
                      <a:pt x="326" y="5214"/>
                      <a:pt x="426" y="5114"/>
                      <a:pt x="426" y="5013"/>
                    </a:cubicBezTo>
                    <a:lnTo>
                      <a:pt x="401" y="226"/>
                    </a:lnTo>
                    <a:cubicBezTo>
                      <a:pt x="401" y="101"/>
                      <a:pt x="301" y="1"/>
                      <a:pt x="201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Google Shape;575;p31"/>
              <p:cNvSpPr/>
              <p:nvPr/>
            </p:nvSpPr>
            <p:spPr>
              <a:xfrm>
                <a:off x="4942605" y="1092606"/>
                <a:ext cx="27840" cy="65033"/>
              </a:xfrm>
              <a:custGeom>
                <a:avLst/>
                <a:gdLst/>
                <a:ahLst/>
                <a:cxnLst/>
                <a:rect l="l" t="t" r="r" b="b"/>
                <a:pathLst>
                  <a:path w="1280" h="2990" extrusionOk="0">
                    <a:moveTo>
                      <a:pt x="213" y="1"/>
                    </a:moveTo>
                    <a:cubicBezTo>
                      <a:pt x="194" y="1"/>
                      <a:pt x="173" y="3"/>
                      <a:pt x="151" y="7"/>
                    </a:cubicBezTo>
                    <a:cubicBezTo>
                      <a:pt x="51" y="32"/>
                      <a:pt x="1" y="158"/>
                      <a:pt x="26" y="283"/>
                    </a:cubicBezTo>
                    <a:lnTo>
                      <a:pt x="828" y="2839"/>
                    </a:lnTo>
                    <a:cubicBezTo>
                      <a:pt x="878" y="2940"/>
                      <a:pt x="953" y="2990"/>
                      <a:pt x="1028" y="2990"/>
                    </a:cubicBezTo>
                    <a:lnTo>
                      <a:pt x="1104" y="2990"/>
                    </a:lnTo>
                    <a:cubicBezTo>
                      <a:pt x="1204" y="2940"/>
                      <a:pt x="1279" y="2839"/>
                      <a:pt x="1229" y="2714"/>
                    </a:cubicBezTo>
                    <a:lnTo>
                      <a:pt x="427" y="133"/>
                    </a:lnTo>
                    <a:cubicBezTo>
                      <a:pt x="385" y="49"/>
                      <a:pt x="309" y="1"/>
                      <a:pt x="213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Google Shape;576;p31"/>
              <p:cNvSpPr/>
              <p:nvPr/>
            </p:nvSpPr>
            <p:spPr>
              <a:xfrm>
                <a:off x="4887009" y="1093738"/>
                <a:ext cx="25643" cy="69361"/>
              </a:xfrm>
              <a:custGeom>
                <a:avLst/>
                <a:gdLst/>
                <a:ahLst/>
                <a:cxnLst/>
                <a:rect l="l" t="t" r="r" b="b"/>
                <a:pathLst>
                  <a:path w="1179" h="3189" extrusionOk="0">
                    <a:moveTo>
                      <a:pt x="955" y="0"/>
                    </a:moveTo>
                    <a:cubicBezTo>
                      <a:pt x="852" y="0"/>
                      <a:pt x="771" y="69"/>
                      <a:pt x="727" y="156"/>
                    </a:cubicBezTo>
                    <a:lnTo>
                      <a:pt x="26" y="2913"/>
                    </a:lnTo>
                    <a:cubicBezTo>
                      <a:pt x="0" y="3038"/>
                      <a:pt x="76" y="3138"/>
                      <a:pt x="176" y="3188"/>
                    </a:cubicBezTo>
                    <a:lnTo>
                      <a:pt x="226" y="3188"/>
                    </a:lnTo>
                    <a:cubicBezTo>
                      <a:pt x="326" y="3188"/>
                      <a:pt x="401" y="3113"/>
                      <a:pt x="427" y="3038"/>
                    </a:cubicBezTo>
                    <a:lnTo>
                      <a:pt x="1153" y="256"/>
                    </a:lnTo>
                    <a:cubicBezTo>
                      <a:pt x="1178" y="156"/>
                      <a:pt x="1103" y="30"/>
                      <a:pt x="1003" y="5"/>
                    </a:cubicBezTo>
                    <a:cubicBezTo>
                      <a:pt x="986" y="2"/>
                      <a:pt x="970" y="0"/>
                      <a:pt x="955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Google Shape;577;p31"/>
              <p:cNvSpPr/>
              <p:nvPr/>
            </p:nvSpPr>
            <p:spPr>
              <a:xfrm>
                <a:off x="4696207" y="707875"/>
                <a:ext cx="497161" cy="233334"/>
              </a:xfrm>
              <a:custGeom>
                <a:avLst/>
                <a:gdLst/>
                <a:ahLst/>
                <a:cxnLst/>
                <a:rect l="l" t="t" r="r" b="b"/>
                <a:pathLst>
                  <a:path w="22858" h="10728" extrusionOk="0">
                    <a:moveTo>
                      <a:pt x="17018" y="1"/>
                    </a:moveTo>
                    <a:lnTo>
                      <a:pt x="4712" y="101"/>
                    </a:lnTo>
                    <a:cubicBezTo>
                      <a:pt x="4712" y="101"/>
                      <a:pt x="677" y="1304"/>
                      <a:pt x="351" y="4963"/>
                    </a:cubicBezTo>
                    <a:cubicBezTo>
                      <a:pt x="0" y="8648"/>
                      <a:pt x="5063" y="10728"/>
                      <a:pt x="5063" y="10728"/>
                    </a:cubicBezTo>
                    <a:lnTo>
                      <a:pt x="17369" y="10728"/>
                    </a:lnTo>
                    <a:cubicBezTo>
                      <a:pt x="17369" y="10728"/>
                      <a:pt x="22858" y="8196"/>
                      <a:pt x="21730" y="4637"/>
                    </a:cubicBezTo>
                    <a:cubicBezTo>
                      <a:pt x="20627" y="1079"/>
                      <a:pt x="17018" y="1"/>
                      <a:pt x="17018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Google Shape;578;p31"/>
              <p:cNvSpPr/>
              <p:nvPr/>
            </p:nvSpPr>
            <p:spPr>
              <a:xfrm>
                <a:off x="4709280" y="694802"/>
                <a:ext cx="166300" cy="248603"/>
              </a:xfrm>
              <a:custGeom>
                <a:avLst/>
                <a:gdLst/>
                <a:ahLst/>
                <a:cxnLst/>
                <a:rect l="l" t="t" r="r" b="b"/>
                <a:pathLst>
                  <a:path w="7646" h="11430" extrusionOk="0">
                    <a:moveTo>
                      <a:pt x="5415" y="0"/>
                    </a:moveTo>
                    <a:cubicBezTo>
                      <a:pt x="5415" y="0"/>
                      <a:pt x="1" y="3459"/>
                      <a:pt x="5014" y="11429"/>
                    </a:cubicBezTo>
                    <a:lnTo>
                      <a:pt x="7645" y="11254"/>
                    </a:lnTo>
                    <a:cubicBezTo>
                      <a:pt x="7645" y="11254"/>
                      <a:pt x="3760" y="4787"/>
                      <a:pt x="7219" y="677"/>
                    </a:cubicBezTo>
                    <a:lnTo>
                      <a:pt x="5415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Google Shape;579;p31"/>
              <p:cNvSpPr/>
              <p:nvPr/>
            </p:nvSpPr>
            <p:spPr>
              <a:xfrm>
                <a:off x="4994395" y="694802"/>
                <a:ext cx="167932" cy="244775"/>
              </a:xfrm>
              <a:custGeom>
                <a:avLst/>
                <a:gdLst/>
                <a:ahLst/>
                <a:cxnLst/>
                <a:rect l="l" t="t" r="r" b="b"/>
                <a:pathLst>
                  <a:path w="7721" h="11254" extrusionOk="0">
                    <a:moveTo>
                      <a:pt x="1830" y="0"/>
                    </a:moveTo>
                    <a:lnTo>
                      <a:pt x="51" y="677"/>
                    </a:lnTo>
                    <a:cubicBezTo>
                      <a:pt x="3510" y="4787"/>
                      <a:pt x="1" y="11254"/>
                      <a:pt x="1" y="11254"/>
                    </a:cubicBezTo>
                    <a:lnTo>
                      <a:pt x="2733" y="11254"/>
                    </a:lnTo>
                    <a:cubicBezTo>
                      <a:pt x="7720" y="3259"/>
                      <a:pt x="1830" y="0"/>
                      <a:pt x="1830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Google Shape;580;p31"/>
              <p:cNvSpPr/>
              <p:nvPr/>
            </p:nvSpPr>
            <p:spPr>
              <a:xfrm>
                <a:off x="4864105" y="684993"/>
                <a:ext cx="139570" cy="259499"/>
              </a:xfrm>
              <a:custGeom>
                <a:avLst/>
                <a:gdLst/>
                <a:ahLst/>
                <a:cxnLst/>
                <a:rect l="l" t="t" r="r" b="b"/>
                <a:pathLst>
                  <a:path w="6417" h="11931" extrusionOk="0">
                    <a:moveTo>
                      <a:pt x="2657" y="0"/>
                    </a:moveTo>
                    <a:lnTo>
                      <a:pt x="2657" y="0"/>
                    </a:lnTo>
                    <a:cubicBezTo>
                      <a:pt x="2657" y="0"/>
                      <a:pt x="1" y="7695"/>
                      <a:pt x="2883" y="11930"/>
                    </a:cubicBezTo>
                    <a:lnTo>
                      <a:pt x="3886" y="11930"/>
                    </a:lnTo>
                    <a:cubicBezTo>
                      <a:pt x="3886" y="11930"/>
                      <a:pt x="6417" y="5238"/>
                      <a:pt x="3560" y="451"/>
                    </a:cubicBezTo>
                    <a:lnTo>
                      <a:pt x="2657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Google Shape;581;p31"/>
              <p:cNvSpPr/>
              <p:nvPr/>
            </p:nvSpPr>
            <p:spPr>
              <a:xfrm>
                <a:off x="4798699" y="670811"/>
                <a:ext cx="267677" cy="39281"/>
              </a:xfrm>
              <a:custGeom>
                <a:avLst/>
                <a:gdLst/>
                <a:ahLst/>
                <a:cxnLst/>
                <a:rect l="l" t="t" r="r" b="b"/>
                <a:pathLst>
                  <a:path w="12307" h="1806" extrusionOk="0">
                    <a:moveTo>
                      <a:pt x="12131" y="1"/>
                    </a:moveTo>
                    <a:lnTo>
                      <a:pt x="101" y="326"/>
                    </a:lnTo>
                    <a:lnTo>
                      <a:pt x="0" y="1805"/>
                    </a:lnTo>
                    <a:lnTo>
                      <a:pt x="0" y="1805"/>
                    </a:lnTo>
                    <a:lnTo>
                      <a:pt x="12306" y="1705"/>
                    </a:lnTo>
                    <a:lnTo>
                      <a:pt x="1213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Google Shape;582;p31"/>
              <p:cNvSpPr/>
              <p:nvPr/>
            </p:nvSpPr>
            <p:spPr>
              <a:xfrm>
                <a:off x="4805246" y="939023"/>
                <a:ext cx="269852" cy="41456"/>
              </a:xfrm>
              <a:custGeom>
                <a:avLst/>
                <a:gdLst/>
                <a:ahLst/>
                <a:cxnLst/>
                <a:rect l="l" t="t" r="r" b="b"/>
                <a:pathLst>
                  <a:path w="12407" h="1906" extrusionOk="0">
                    <a:moveTo>
                      <a:pt x="12356" y="1"/>
                    </a:moveTo>
                    <a:lnTo>
                      <a:pt x="50" y="101"/>
                    </a:lnTo>
                    <a:lnTo>
                      <a:pt x="0" y="1905"/>
                    </a:lnTo>
                    <a:lnTo>
                      <a:pt x="12406" y="1730"/>
                    </a:lnTo>
                    <a:lnTo>
                      <a:pt x="12356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3" name="Google Shape;583;p31"/>
            <p:cNvGrpSpPr/>
            <p:nvPr/>
          </p:nvGrpSpPr>
          <p:grpSpPr>
            <a:xfrm>
              <a:off x="7616921" y="-12"/>
              <a:ext cx="739080" cy="918992"/>
              <a:chOff x="4696207" y="568320"/>
              <a:chExt cx="497161" cy="618225"/>
            </a:xfrm>
          </p:grpSpPr>
          <p:sp>
            <p:nvSpPr>
              <p:cNvPr id="584" name="Google Shape;584;p31"/>
              <p:cNvSpPr/>
              <p:nvPr/>
            </p:nvSpPr>
            <p:spPr>
              <a:xfrm>
                <a:off x="4925160" y="972280"/>
                <a:ext cx="10940" cy="122126"/>
              </a:xfrm>
              <a:custGeom>
                <a:avLst/>
                <a:gdLst/>
                <a:ahLst/>
                <a:cxnLst/>
                <a:rect l="l" t="t" r="r" b="b"/>
                <a:pathLst>
                  <a:path w="503" h="5615" extrusionOk="0">
                    <a:moveTo>
                      <a:pt x="201" y="0"/>
                    </a:moveTo>
                    <a:cubicBezTo>
                      <a:pt x="76" y="0"/>
                      <a:pt x="1" y="101"/>
                      <a:pt x="1" y="226"/>
                    </a:cubicBezTo>
                    <a:lnTo>
                      <a:pt x="76" y="5414"/>
                    </a:lnTo>
                    <a:cubicBezTo>
                      <a:pt x="76" y="5514"/>
                      <a:pt x="176" y="5614"/>
                      <a:pt x="277" y="5614"/>
                    </a:cubicBezTo>
                    <a:lnTo>
                      <a:pt x="302" y="5614"/>
                    </a:lnTo>
                    <a:cubicBezTo>
                      <a:pt x="402" y="5614"/>
                      <a:pt x="502" y="5514"/>
                      <a:pt x="502" y="5389"/>
                    </a:cubicBezTo>
                    <a:lnTo>
                      <a:pt x="427" y="201"/>
                    </a:lnTo>
                    <a:cubicBezTo>
                      <a:pt x="402" y="101"/>
                      <a:pt x="302" y="0"/>
                      <a:pt x="201" y="0"/>
                    </a:cubicBezTo>
                    <a:close/>
                  </a:path>
                </a:pathLst>
              </a:custGeom>
              <a:solidFill>
                <a:srgbClr val="EABC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Google Shape;585;p31"/>
              <p:cNvSpPr/>
              <p:nvPr/>
            </p:nvSpPr>
            <p:spPr>
              <a:xfrm>
                <a:off x="4900647" y="1073683"/>
                <a:ext cx="53983" cy="53983"/>
              </a:xfrm>
              <a:custGeom>
                <a:avLst/>
                <a:gdLst/>
                <a:ahLst/>
                <a:cxnLst/>
                <a:rect l="l" t="t" r="r" b="b"/>
                <a:pathLst>
                  <a:path w="2482" h="2482" extrusionOk="0">
                    <a:moveTo>
                      <a:pt x="1253" y="0"/>
                    </a:moveTo>
                    <a:cubicBezTo>
                      <a:pt x="551" y="0"/>
                      <a:pt x="0" y="551"/>
                      <a:pt x="0" y="1253"/>
                    </a:cubicBezTo>
                    <a:cubicBezTo>
                      <a:pt x="0" y="1930"/>
                      <a:pt x="551" y="2481"/>
                      <a:pt x="1253" y="2481"/>
                    </a:cubicBezTo>
                    <a:cubicBezTo>
                      <a:pt x="1930" y="2481"/>
                      <a:pt x="2481" y="1930"/>
                      <a:pt x="2481" y="1253"/>
                    </a:cubicBezTo>
                    <a:cubicBezTo>
                      <a:pt x="2481" y="551"/>
                      <a:pt x="1930" y="0"/>
                      <a:pt x="1253" y="0"/>
                    </a:cubicBezTo>
                    <a:close/>
                  </a:path>
                </a:pathLst>
              </a:custGeom>
              <a:solidFill>
                <a:srgbClr val="EABC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Google Shape;586;p31"/>
              <p:cNvSpPr/>
              <p:nvPr/>
            </p:nvSpPr>
            <p:spPr>
              <a:xfrm>
                <a:off x="4901734" y="1105744"/>
                <a:ext cx="15268" cy="70426"/>
              </a:xfrm>
              <a:custGeom>
                <a:avLst/>
                <a:gdLst/>
                <a:ahLst/>
                <a:cxnLst/>
                <a:rect l="l" t="t" r="r" b="b"/>
                <a:pathLst>
                  <a:path w="702" h="3238" extrusionOk="0">
                    <a:moveTo>
                      <a:pt x="470" y="1"/>
                    </a:moveTo>
                    <a:cubicBezTo>
                      <a:pt x="381" y="1"/>
                      <a:pt x="298" y="90"/>
                      <a:pt x="276" y="180"/>
                    </a:cubicBezTo>
                    <a:lnTo>
                      <a:pt x="25" y="3012"/>
                    </a:lnTo>
                    <a:cubicBezTo>
                      <a:pt x="0" y="3113"/>
                      <a:pt x="100" y="3213"/>
                      <a:pt x="201" y="3238"/>
                    </a:cubicBezTo>
                    <a:lnTo>
                      <a:pt x="226" y="3238"/>
                    </a:lnTo>
                    <a:cubicBezTo>
                      <a:pt x="326" y="3238"/>
                      <a:pt x="426" y="3163"/>
                      <a:pt x="426" y="3037"/>
                    </a:cubicBezTo>
                    <a:lnTo>
                      <a:pt x="702" y="230"/>
                    </a:lnTo>
                    <a:cubicBezTo>
                      <a:pt x="702" y="105"/>
                      <a:pt x="627" y="5"/>
                      <a:pt x="501" y="5"/>
                    </a:cubicBezTo>
                    <a:cubicBezTo>
                      <a:pt x="491" y="2"/>
                      <a:pt x="480" y="1"/>
                      <a:pt x="470" y="1"/>
                    </a:cubicBezTo>
                    <a:close/>
                  </a:path>
                </a:pathLst>
              </a:custGeom>
              <a:solidFill>
                <a:srgbClr val="EABC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Google Shape;587;p31"/>
              <p:cNvSpPr/>
              <p:nvPr/>
            </p:nvSpPr>
            <p:spPr>
              <a:xfrm>
                <a:off x="4922442" y="1110203"/>
                <a:ext cx="10918" cy="76342"/>
              </a:xfrm>
              <a:custGeom>
                <a:avLst/>
                <a:gdLst/>
                <a:ahLst/>
                <a:cxnLst/>
                <a:rect l="l" t="t" r="r" b="b"/>
                <a:pathLst>
                  <a:path w="502" h="3510" extrusionOk="0">
                    <a:moveTo>
                      <a:pt x="276" y="0"/>
                    </a:moveTo>
                    <a:cubicBezTo>
                      <a:pt x="176" y="0"/>
                      <a:pt x="76" y="75"/>
                      <a:pt x="76" y="201"/>
                    </a:cubicBezTo>
                    <a:lnTo>
                      <a:pt x="1" y="3283"/>
                    </a:lnTo>
                    <a:cubicBezTo>
                      <a:pt x="1" y="3409"/>
                      <a:pt x="101" y="3509"/>
                      <a:pt x="201" y="3509"/>
                    </a:cubicBezTo>
                    <a:cubicBezTo>
                      <a:pt x="326" y="3509"/>
                      <a:pt x="427" y="3409"/>
                      <a:pt x="427" y="3283"/>
                    </a:cubicBezTo>
                    <a:lnTo>
                      <a:pt x="477" y="201"/>
                    </a:lnTo>
                    <a:cubicBezTo>
                      <a:pt x="502" y="100"/>
                      <a:pt x="402" y="0"/>
                      <a:pt x="276" y="0"/>
                    </a:cubicBezTo>
                    <a:close/>
                  </a:path>
                </a:pathLst>
              </a:custGeom>
              <a:solidFill>
                <a:srgbClr val="EABC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588;p31"/>
              <p:cNvSpPr/>
              <p:nvPr/>
            </p:nvSpPr>
            <p:spPr>
              <a:xfrm>
                <a:off x="4933883" y="1108463"/>
                <a:ext cx="24556" cy="73711"/>
              </a:xfrm>
              <a:custGeom>
                <a:avLst/>
                <a:gdLst/>
                <a:ahLst/>
                <a:cxnLst/>
                <a:rect l="l" t="t" r="r" b="b"/>
                <a:pathLst>
                  <a:path w="1129" h="3389" extrusionOk="0">
                    <a:moveTo>
                      <a:pt x="216" y="0"/>
                    </a:moveTo>
                    <a:cubicBezTo>
                      <a:pt x="203" y="0"/>
                      <a:pt x="189" y="2"/>
                      <a:pt x="176" y="5"/>
                    </a:cubicBezTo>
                    <a:cubicBezTo>
                      <a:pt x="76" y="30"/>
                      <a:pt x="1" y="155"/>
                      <a:pt x="26" y="256"/>
                    </a:cubicBezTo>
                    <a:lnTo>
                      <a:pt x="678" y="3213"/>
                    </a:lnTo>
                    <a:cubicBezTo>
                      <a:pt x="703" y="3313"/>
                      <a:pt x="803" y="3389"/>
                      <a:pt x="903" y="3389"/>
                    </a:cubicBezTo>
                    <a:cubicBezTo>
                      <a:pt x="903" y="3389"/>
                      <a:pt x="928" y="3389"/>
                      <a:pt x="928" y="3363"/>
                    </a:cubicBezTo>
                    <a:cubicBezTo>
                      <a:pt x="1053" y="3338"/>
                      <a:pt x="1129" y="3238"/>
                      <a:pt x="1104" y="3113"/>
                    </a:cubicBezTo>
                    <a:lnTo>
                      <a:pt x="427" y="180"/>
                    </a:lnTo>
                    <a:cubicBezTo>
                      <a:pt x="405" y="71"/>
                      <a:pt x="307" y="0"/>
                      <a:pt x="216" y="0"/>
                    </a:cubicBezTo>
                    <a:close/>
                  </a:path>
                </a:pathLst>
              </a:custGeom>
              <a:solidFill>
                <a:srgbClr val="EABC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31"/>
              <p:cNvSpPr/>
              <p:nvPr/>
            </p:nvSpPr>
            <p:spPr>
              <a:xfrm>
                <a:off x="4938798" y="568320"/>
                <a:ext cx="9287" cy="113405"/>
              </a:xfrm>
              <a:custGeom>
                <a:avLst/>
                <a:gdLst/>
                <a:ahLst/>
                <a:cxnLst/>
                <a:rect l="l" t="t" r="r" b="b"/>
                <a:pathLst>
                  <a:path w="427" h="5214" extrusionOk="0">
                    <a:moveTo>
                      <a:pt x="201" y="1"/>
                    </a:moveTo>
                    <a:cubicBezTo>
                      <a:pt x="76" y="1"/>
                      <a:pt x="0" y="101"/>
                      <a:pt x="0" y="226"/>
                    </a:cubicBezTo>
                    <a:lnTo>
                      <a:pt x="0" y="5013"/>
                    </a:lnTo>
                    <a:cubicBezTo>
                      <a:pt x="0" y="5114"/>
                      <a:pt x="101" y="5214"/>
                      <a:pt x="226" y="5214"/>
                    </a:cubicBezTo>
                    <a:cubicBezTo>
                      <a:pt x="326" y="5214"/>
                      <a:pt x="426" y="5114"/>
                      <a:pt x="426" y="5013"/>
                    </a:cubicBezTo>
                    <a:lnTo>
                      <a:pt x="401" y="226"/>
                    </a:lnTo>
                    <a:cubicBezTo>
                      <a:pt x="401" y="101"/>
                      <a:pt x="301" y="1"/>
                      <a:pt x="201" y="1"/>
                    </a:cubicBezTo>
                    <a:close/>
                  </a:path>
                </a:pathLst>
              </a:custGeom>
              <a:solidFill>
                <a:srgbClr val="EABC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590;p31"/>
              <p:cNvSpPr/>
              <p:nvPr/>
            </p:nvSpPr>
            <p:spPr>
              <a:xfrm>
                <a:off x="4942605" y="1092606"/>
                <a:ext cx="27840" cy="65033"/>
              </a:xfrm>
              <a:custGeom>
                <a:avLst/>
                <a:gdLst/>
                <a:ahLst/>
                <a:cxnLst/>
                <a:rect l="l" t="t" r="r" b="b"/>
                <a:pathLst>
                  <a:path w="1280" h="2990" extrusionOk="0">
                    <a:moveTo>
                      <a:pt x="213" y="1"/>
                    </a:moveTo>
                    <a:cubicBezTo>
                      <a:pt x="194" y="1"/>
                      <a:pt x="173" y="3"/>
                      <a:pt x="151" y="7"/>
                    </a:cubicBezTo>
                    <a:cubicBezTo>
                      <a:pt x="51" y="32"/>
                      <a:pt x="1" y="158"/>
                      <a:pt x="26" y="283"/>
                    </a:cubicBezTo>
                    <a:lnTo>
                      <a:pt x="828" y="2839"/>
                    </a:lnTo>
                    <a:cubicBezTo>
                      <a:pt x="878" y="2940"/>
                      <a:pt x="953" y="2990"/>
                      <a:pt x="1028" y="2990"/>
                    </a:cubicBezTo>
                    <a:lnTo>
                      <a:pt x="1104" y="2990"/>
                    </a:lnTo>
                    <a:cubicBezTo>
                      <a:pt x="1204" y="2940"/>
                      <a:pt x="1279" y="2839"/>
                      <a:pt x="1229" y="2714"/>
                    </a:cubicBezTo>
                    <a:lnTo>
                      <a:pt x="427" y="133"/>
                    </a:lnTo>
                    <a:cubicBezTo>
                      <a:pt x="385" y="49"/>
                      <a:pt x="309" y="1"/>
                      <a:pt x="213" y="1"/>
                    </a:cubicBezTo>
                    <a:close/>
                  </a:path>
                </a:pathLst>
              </a:custGeom>
              <a:solidFill>
                <a:srgbClr val="EABC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Google Shape;591;p31"/>
              <p:cNvSpPr/>
              <p:nvPr/>
            </p:nvSpPr>
            <p:spPr>
              <a:xfrm>
                <a:off x="4887009" y="1093738"/>
                <a:ext cx="25643" cy="69361"/>
              </a:xfrm>
              <a:custGeom>
                <a:avLst/>
                <a:gdLst/>
                <a:ahLst/>
                <a:cxnLst/>
                <a:rect l="l" t="t" r="r" b="b"/>
                <a:pathLst>
                  <a:path w="1179" h="3189" extrusionOk="0">
                    <a:moveTo>
                      <a:pt x="955" y="0"/>
                    </a:moveTo>
                    <a:cubicBezTo>
                      <a:pt x="852" y="0"/>
                      <a:pt x="771" y="69"/>
                      <a:pt x="727" y="156"/>
                    </a:cubicBezTo>
                    <a:lnTo>
                      <a:pt x="26" y="2913"/>
                    </a:lnTo>
                    <a:cubicBezTo>
                      <a:pt x="0" y="3038"/>
                      <a:pt x="76" y="3138"/>
                      <a:pt x="176" y="3188"/>
                    </a:cubicBezTo>
                    <a:lnTo>
                      <a:pt x="226" y="3188"/>
                    </a:lnTo>
                    <a:cubicBezTo>
                      <a:pt x="326" y="3188"/>
                      <a:pt x="401" y="3113"/>
                      <a:pt x="427" y="3038"/>
                    </a:cubicBezTo>
                    <a:lnTo>
                      <a:pt x="1153" y="256"/>
                    </a:lnTo>
                    <a:cubicBezTo>
                      <a:pt x="1178" y="156"/>
                      <a:pt x="1103" y="30"/>
                      <a:pt x="1003" y="5"/>
                    </a:cubicBezTo>
                    <a:cubicBezTo>
                      <a:pt x="986" y="2"/>
                      <a:pt x="970" y="0"/>
                      <a:pt x="955" y="0"/>
                    </a:cubicBezTo>
                    <a:close/>
                  </a:path>
                </a:pathLst>
              </a:custGeom>
              <a:solidFill>
                <a:srgbClr val="EABC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592;p31"/>
              <p:cNvSpPr/>
              <p:nvPr/>
            </p:nvSpPr>
            <p:spPr>
              <a:xfrm>
                <a:off x="4696207" y="707875"/>
                <a:ext cx="497161" cy="233334"/>
              </a:xfrm>
              <a:custGeom>
                <a:avLst/>
                <a:gdLst/>
                <a:ahLst/>
                <a:cxnLst/>
                <a:rect l="l" t="t" r="r" b="b"/>
                <a:pathLst>
                  <a:path w="22858" h="10728" extrusionOk="0">
                    <a:moveTo>
                      <a:pt x="17018" y="1"/>
                    </a:moveTo>
                    <a:lnTo>
                      <a:pt x="4712" y="101"/>
                    </a:lnTo>
                    <a:cubicBezTo>
                      <a:pt x="4712" y="101"/>
                      <a:pt x="677" y="1304"/>
                      <a:pt x="351" y="4963"/>
                    </a:cubicBezTo>
                    <a:cubicBezTo>
                      <a:pt x="0" y="8648"/>
                      <a:pt x="5063" y="10728"/>
                      <a:pt x="5063" y="10728"/>
                    </a:cubicBezTo>
                    <a:lnTo>
                      <a:pt x="17369" y="10728"/>
                    </a:lnTo>
                    <a:cubicBezTo>
                      <a:pt x="17369" y="10728"/>
                      <a:pt x="22858" y="8196"/>
                      <a:pt x="21730" y="4637"/>
                    </a:cubicBezTo>
                    <a:cubicBezTo>
                      <a:pt x="20627" y="1079"/>
                      <a:pt x="17018" y="1"/>
                      <a:pt x="17018" y="1"/>
                    </a:cubicBezTo>
                    <a:close/>
                  </a:path>
                </a:pathLst>
              </a:custGeom>
              <a:solidFill>
                <a:srgbClr val="B91A1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593;p31"/>
              <p:cNvSpPr/>
              <p:nvPr/>
            </p:nvSpPr>
            <p:spPr>
              <a:xfrm>
                <a:off x="4709280" y="694802"/>
                <a:ext cx="166300" cy="248603"/>
              </a:xfrm>
              <a:custGeom>
                <a:avLst/>
                <a:gdLst/>
                <a:ahLst/>
                <a:cxnLst/>
                <a:rect l="l" t="t" r="r" b="b"/>
                <a:pathLst>
                  <a:path w="7646" h="11430" extrusionOk="0">
                    <a:moveTo>
                      <a:pt x="5415" y="0"/>
                    </a:moveTo>
                    <a:cubicBezTo>
                      <a:pt x="5415" y="0"/>
                      <a:pt x="1" y="3459"/>
                      <a:pt x="5014" y="11429"/>
                    </a:cubicBezTo>
                    <a:lnTo>
                      <a:pt x="7645" y="11254"/>
                    </a:lnTo>
                    <a:cubicBezTo>
                      <a:pt x="7645" y="11254"/>
                      <a:pt x="3760" y="4787"/>
                      <a:pt x="7219" y="677"/>
                    </a:cubicBezTo>
                    <a:lnTo>
                      <a:pt x="5415" y="0"/>
                    </a:lnTo>
                    <a:close/>
                  </a:path>
                </a:pathLst>
              </a:custGeom>
              <a:solidFill>
                <a:srgbClr val="DC49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594;p31"/>
              <p:cNvSpPr/>
              <p:nvPr/>
            </p:nvSpPr>
            <p:spPr>
              <a:xfrm>
                <a:off x="4994395" y="694802"/>
                <a:ext cx="167932" cy="244775"/>
              </a:xfrm>
              <a:custGeom>
                <a:avLst/>
                <a:gdLst/>
                <a:ahLst/>
                <a:cxnLst/>
                <a:rect l="l" t="t" r="r" b="b"/>
                <a:pathLst>
                  <a:path w="7721" h="11254" extrusionOk="0">
                    <a:moveTo>
                      <a:pt x="1830" y="0"/>
                    </a:moveTo>
                    <a:lnTo>
                      <a:pt x="51" y="677"/>
                    </a:lnTo>
                    <a:cubicBezTo>
                      <a:pt x="3510" y="4787"/>
                      <a:pt x="1" y="11254"/>
                      <a:pt x="1" y="11254"/>
                    </a:cubicBezTo>
                    <a:lnTo>
                      <a:pt x="2733" y="11254"/>
                    </a:lnTo>
                    <a:cubicBezTo>
                      <a:pt x="7720" y="3259"/>
                      <a:pt x="1830" y="0"/>
                      <a:pt x="1830" y="0"/>
                    </a:cubicBezTo>
                    <a:close/>
                  </a:path>
                </a:pathLst>
              </a:custGeom>
              <a:solidFill>
                <a:srgbClr val="DC49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Google Shape;595;p31"/>
              <p:cNvSpPr/>
              <p:nvPr/>
            </p:nvSpPr>
            <p:spPr>
              <a:xfrm>
                <a:off x="4864105" y="684993"/>
                <a:ext cx="139570" cy="259499"/>
              </a:xfrm>
              <a:custGeom>
                <a:avLst/>
                <a:gdLst/>
                <a:ahLst/>
                <a:cxnLst/>
                <a:rect l="l" t="t" r="r" b="b"/>
                <a:pathLst>
                  <a:path w="6417" h="11931" extrusionOk="0">
                    <a:moveTo>
                      <a:pt x="2657" y="0"/>
                    </a:moveTo>
                    <a:lnTo>
                      <a:pt x="2657" y="0"/>
                    </a:lnTo>
                    <a:cubicBezTo>
                      <a:pt x="2657" y="0"/>
                      <a:pt x="1" y="7695"/>
                      <a:pt x="2883" y="11930"/>
                    </a:cubicBezTo>
                    <a:lnTo>
                      <a:pt x="3886" y="11930"/>
                    </a:lnTo>
                    <a:cubicBezTo>
                      <a:pt x="3886" y="11930"/>
                      <a:pt x="6417" y="5238"/>
                      <a:pt x="3560" y="451"/>
                    </a:cubicBezTo>
                    <a:lnTo>
                      <a:pt x="2657" y="0"/>
                    </a:lnTo>
                    <a:close/>
                  </a:path>
                </a:pathLst>
              </a:custGeom>
              <a:solidFill>
                <a:srgbClr val="DC49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596;p31"/>
              <p:cNvSpPr/>
              <p:nvPr/>
            </p:nvSpPr>
            <p:spPr>
              <a:xfrm>
                <a:off x="4798699" y="670811"/>
                <a:ext cx="267677" cy="39281"/>
              </a:xfrm>
              <a:custGeom>
                <a:avLst/>
                <a:gdLst/>
                <a:ahLst/>
                <a:cxnLst/>
                <a:rect l="l" t="t" r="r" b="b"/>
                <a:pathLst>
                  <a:path w="12307" h="1806" extrusionOk="0">
                    <a:moveTo>
                      <a:pt x="12131" y="1"/>
                    </a:moveTo>
                    <a:lnTo>
                      <a:pt x="101" y="326"/>
                    </a:lnTo>
                    <a:lnTo>
                      <a:pt x="0" y="1805"/>
                    </a:lnTo>
                    <a:lnTo>
                      <a:pt x="0" y="1805"/>
                    </a:lnTo>
                    <a:lnTo>
                      <a:pt x="12306" y="1705"/>
                    </a:lnTo>
                    <a:lnTo>
                      <a:pt x="12131" y="1"/>
                    </a:lnTo>
                    <a:close/>
                  </a:path>
                </a:pathLst>
              </a:custGeom>
              <a:solidFill>
                <a:srgbClr val="EABC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597;p31"/>
              <p:cNvSpPr/>
              <p:nvPr/>
            </p:nvSpPr>
            <p:spPr>
              <a:xfrm>
                <a:off x="4805246" y="939023"/>
                <a:ext cx="269852" cy="41456"/>
              </a:xfrm>
              <a:custGeom>
                <a:avLst/>
                <a:gdLst/>
                <a:ahLst/>
                <a:cxnLst/>
                <a:rect l="l" t="t" r="r" b="b"/>
                <a:pathLst>
                  <a:path w="12407" h="1906" extrusionOk="0">
                    <a:moveTo>
                      <a:pt x="12356" y="1"/>
                    </a:moveTo>
                    <a:lnTo>
                      <a:pt x="50" y="101"/>
                    </a:lnTo>
                    <a:lnTo>
                      <a:pt x="0" y="1905"/>
                    </a:lnTo>
                    <a:lnTo>
                      <a:pt x="12406" y="1730"/>
                    </a:lnTo>
                    <a:lnTo>
                      <a:pt x="12356" y="1"/>
                    </a:lnTo>
                    <a:close/>
                  </a:path>
                </a:pathLst>
              </a:custGeom>
              <a:solidFill>
                <a:srgbClr val="EABC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ondrina Solid" panose="00000500000000000000"/>
              <a:buNone/>
              <a:defRPr sz="2500">
                <a:solidFill>
                  <a:schemeClr val="dk2"/>
                </a:solidFill>
                <a:latin typeface="Londrina Solid" panose="00000500000000000000"/>
                <a:ea typeface="Londrina Solid" panose="00000500000000000000"/>
                <a:cs typeface="Londrina Solid" panose="00000500000000000000"/>
                <a:sym typeface="Londrina Solid" panose="000005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rtan SemiBold"/>
              <a:buChar char="●"/>
              <a:defRPr sz="1800">
                <a:solidFill>
                  <a:schemeClr val="dk1"/>
                </a:solidFill>
                <a:latin typeface="Spartan SemiBold"/>
                <a:ea typeface="Spartan SemiBold"/>
                <a:cs typeface="Spartan SemiBold"/>
                <a:sym typeface="Spartan SemiBold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rtan SemiBold"/>
              <a:buChar char="○"/>
              <a:defRPr>
                <a:solidFill>
                  <a:schemeClr val="dk1"/>
                </a:solidFill>
                <a:latin typeface="Spartan SemiBold"/>
                <a:ea typeface="Spartan SemiBold"/>
                <a:cs typeface="Spartan SemiBold"/>
                <a:sym typeface="Spartan SemiBold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rtan SemiBold"/>
              <a:buChar char="■"/>
              <a:defRPr>
                <a:solidFill>
                  <a:schemeClr val="dk1"/>
                </a:solidFill>
                <a:latin typeface="Spartan SemiBold"/>
                <a:ea typeface="Spartan SemiBold"/>
                <a:cs typeface="Spartan SemiBold"/>
                <a:sym typeface="Spartan SemiBold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rtan SemiBold"/>
              <a:buChar char="●"/>
              <a:defRPr>
                <a:solidFill>
                  <a:schemeClr val="dk1"/>
                </a:solidFill>
                <a:latin typeface="Spartan SemiBold"/>
                <a:ea typeface="Spartan SemiBold"/>
                <a:cs typeface="Spartan SemiBold"/>
                <a:sym typeface="Spartan SemiBold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rtan SemiBold"/>
              <a:buChar char="○"/>
              <a:defRPr>
                <a:solidFill>
                  <a:schemeClr val="dk1"/>
                </a:solidFill>
                <a:latin typeface="Spartan SemiBold"/>
                <a:ea typeface="Spartan SemiBold"/>
                <a:cs typeface="Spartan SemiBold"/>
                <a:sym typeface="Spartan SemiBold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rtan SemiBold"/>
              <a:buChar char="■"/>
              <a:defRPr>
                <a:solidFill>
                  <a:schemeClr val="dk1"/>
                </a:solidFill>
                <a:latin typeface="Spartan SemiBold"/>
                <a:ea typeface="Spartan SemiBold"/>
                <a:cs typeface="Spartan SemiBold"/>
                <a:sym typeface="Spartan SemiBold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rtan SemiBold"/>
              <a:buChar char="●"/>
              <a:defRPr>
                <a:solidFill>
                  <a:schemeClr val="dk1"/>
                </a:solidFill>
                <a:latin typeface="Spartan SemiBold"/>
                <a:ea typeface="Spartan SemiBold"/>
                <a:cs typeface="Spartan SemiBold"/>
                <a:sym typeface="Spartan SemiBold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rtan SemiBold"/>
              <a:buChar char="○"/>
              <a:defRPr>
                <a:solidFill>
                  <a:schemeClr val="dk1"/>
                </a:solidFill>
                <a:latin typeface="Spartan SemiBold"/>
                <a:ea typeface="Spartan SemiBold"/>
                <a:cs typeface="Spartan SemiBold"/>
                <a:sym typeface="Spartan SemiBold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rtan SemiBold"/>
              <a:buChar char="■"/>
              <a:defRPr>
                <a:solidFill>
                  <a:schemeClr val="dk1"/>
                </a:solidFill>
                <a:latin typeface="Spartan SemiBold"/>
                <a:ea typeface="Spartan SemiBold"/>
                <a:cs typeface="Spartan SemiBold"/>
                <a:sym typeface="Spartan SemiBol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55" r:id="rId2"/>
    <p:sldLayoutId id="2147483661" r:id="rId3"/>
    <p:sldLayoutId id="2147483662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6BE644E-861C-73DA-36A1-66763B4C4D2C}"/>
              </a:ext>
            </a:extLst>
          </p:cNvPr>
          <p:cNvSpPr txBox="1"/>
          <p:nvPr/>
        </p:nvSpPr>
        <p:spPr>
          <a:xfrm>
            <a:off x="3984313" y="3172491"/>
            <a:ext cx="525874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vi-VN" b="1"/>
              <a:t>NHÓM SINH VIÊN THỰC HIỆN: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br>
              <a:rPr lang="vi-VN"/>
            </a:br>
            <a:r>
              <a:rPr lang="vi-VN"/>
              <a:t>Phùng Quang Thiện – 2200415</a:t>
            </a:r>
            <a:br>
              <a:rPr lang="vi-VN"/>
            </a:br>
            <a:r>
              <a:rPr lang="vi-VN"/>
              <a:t>Nguyễn Quang Đức – 2200439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vi-VN"/>
              <a:t>Lớp: ĐH11-CNTT1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57CEE2-1111-4B7A-F691-85A7520AD5D0}"/>
              </a:ext>
            </a:extLst>
          </p:cNvPr>
          <p:cNvSpPr txBox="1"/>
          <p:nvPr/>
        </p:nvSpPr>
        <p:spPr>
          <a:xfrm>
            <a:off x="1010222" y="1108061"/>
            <a:ext cx="1872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vi-V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0145DA-5BC3-C94C-1BE4-C64B0679CE7C}"/>
              </a:ext>
            </a:extLst>
          </p:cNvPr>
          <p:cNvSpPr txBox="1"/>
          <p:nvPr/>
        </p:nvSpPr>
        <p:spPr>
          <a:xfrm>
            <a:off x="-205703" y="1740176"/>
            <a:ext cx="98566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400" b="1" u="sng">
                <a:solidFill>
                  <a:srgbClr val="FF0000"/>
                </a:solidFill>
              </a:rPr>
              <a:t>Đề tài:</a:t>
            </a:r>
            <a:r>
              <a:rPr lang="vi-VN" sz="2400" b="1">
                <a:solidFill>
                  <a:srgbClr val="FF0000"/>
                </a:solidFill>
              </a:rPr>
              <a:t> Xây dựng phần mềm quản lý trang trại chăn nuôi heo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5482CC-E166-8C82-F92A-9EA6D53E5A23}"/>
              </a:ext>
            </a:extLst>
          </p:cNvPr>
          <p:cNvSpPr txBox="1"/>
          <p:nvPr/>
        </p:nvSpPr>
        <p:spPr>
          <a:xfrm>
            <a:off x="356420" y="3172491"/>
            <a:ext cx="3527545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vi-VN" b="1"/>
              <a:t>GIẢNG VIÊN HƯỚNG DẪN: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endParaRPr lang="vi-VN" b="1"/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vi-VN" b="1"/>
              <a:t>TS. Trần Hữu Anh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256370-9CF8-4CBB-1221-774022AD9A40}"/>
              </a:ext>
            </a:extLst>
          </p:cNvPr>
          <p:cNvSpPr txBox="1"/>
          <p:nvPr/>
        </p:nvSpPr>
        <p:spPr>
          <a:xfrm>
            <a:off x="3194639" y="6031636"/>
            <a:ext cx="27996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b="1"/>
              <a:t>Thái Bình, tháng 3/2025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ACD938-02EA-57A1-67FC-3333FE5EC5E2}"/>
              </a:ext>
            </a:extLst>
          </p:cNvPr>
          <p:cNvSpPr txBox="1"/>
          <p:nvPr/>
        </p:nvSpPr>
        <p:spPr>
          <a:xfrm>
            <a:off x="1379220" y="40182"/>
            <a:ext cx="60472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1800">
                <a:solidFill>
                  <a:srgbClr val="FF0000"/>
                </a:solidFill>
              </a:rPr>
              <a:t>TRƯỜNG ĐẠI HỌC THÁI BÌNH</a:t>
            </a:r>
          </a:p>
          <a:p>
            <a:pPr algn="ctr"/>
            <a:r>
              <a:rPr lang="vi-VN" sz="1800">
                <a:solidFill>
                  <a:srgbClr val="FF0000"/>
                </a:solidFill>
              </a:rPr>
              <a:t>Khoa Công nghệ và Kỹ thuật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8D38FB-C0FC-3047-95E7-7E1B51503C21}"/>
              </a:ext>
            </a:extLst>
          </p:cNvPr>
          <p:cNvSpPr txBox="1"/>
          <p:nvPr/>
        </p:nvSpPr>
        <p:spPr>
          <a:xfrm>
            <a:off x="-390302" y="823912"/>
            <a:ext cx="9924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000" b="1">
                <a:solidFill>
                  <a:srgbClr val="7030A0"/>
                </a:solidFill>
              </a:rPr>
              <a:t>Báo cáo học phần môn:Lập trình nâng cao 2</a:t>
            </a:r>
          </a:p>
        </p:txBody>
      </p:sp>
    </p:spTree>
    <p:extLst>
      <p:ext uri="{BB962C8B-B14F-4D97-AF65-F5344CB8AC3E}">
        <p14:creationId xmlns:p14="http://schemas.microsoft.com/office/powerpoint/2010/main" val="2582204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3CA05-30EC-B261-EAF1-776D574AF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41FBF7D-973B-8513-D9C7-72D6958AE015}"/>
              </a:ext>
            </a:extLst>
          </p:cNvPr>
          <p:cNvSpPr/>
          <p:nvPr/>
        </p:nvSpPr>
        <p:spPr>
          <a:xfrm>
            <a:off x="510540" y="1163962"/>
            <a:ext cx="8484777" cy="3651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vi-VN" sz="3200" b="1" spc="-5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I. Mở đầu.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vi-VN" sz="3200" b="1" spc="-5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II. Cơ sở dữ liệu.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vi-VN" sz="3200" b="1" spc="-5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III. Các chức năng chính.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vi-VN" sz="3200" b="1" spc="-5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IV. Lợi ích và tiềm năng đem lại.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vi-VN" sz="3200" b="1" spc="-5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V. Các chức năng phát triển thêm tương lai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971D7E-D1CB-E7B2-97F2-63BAEB2BC442}"/>
              </a:ext>
            </a:extLst>
          </p:cNvPr>
          <p:cNvSpPr txBox="1"/>
          <p:nvPr/>
        </p:nvSpPr>
        <p:spPr>
          <a:xfrm>
            <a:off x="3343591" y="144780"/>
            <a:ext cx="26344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200" b="1"/>
              <a:t>NỘI DUNG</a:t>
            </a:r>
          </a:p>
        </p:txBody>
      </p:sp>
    </p:spTree>
    <p:extLst>
      <p:ext uri="{BB962C8B-B14F-4D97-AF65-F5344CB8AC3E}">
        <p14:creationId xmlns:p14="http://schemas.microsoft.com/office/powerpoint/2010/main" val="3527278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900CB-8D0C-7F80-CB98-11FDF7EE5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B2532DB-6B01-4F58-15B7-AF4308796E4B}"/>
              </a:ext>
            </a:extLst>
          </p:cNvPr>
          <p:cNvSpPr/>
          <p:nvPr/>
        </p:nvSpPr>
        <p:spPr>
          <a:xfrm>
            <a:off x="720000" y="144780"/>
            <a:ext cx="7702550" cy="4259580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6633178-D9D1-43B1-2ADA-BFF9B5783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980" y="1477770"/>
            <a:ext cx="7704000" cy="1273560"/>
          </a:xfrm>
        </p:spPr>
        <p:txBody>
          <a:bodyPr/>
          <a:lstStyle/>
          <a:p>
            <a:r>
              <a:rPr lang="vi-VN" sz="6000">
                <a:latin typeface="+mn-lt"/>
              </a:rPr>
              <a:t>I.Mở đầu</a:t>
            </a:r>
          </a:p>
        </p:txBody>
      </p:sp>
    </p:spTree>
    <p:extLst>
      <p:ext uri="{BB962C8B-B14F-4D97-AF65-F5344CB8AC3E}">
        <p14:creationId xmlns:p14="http://schemas.microsoft.com/office/powerpoint/2010/main" val="989914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2B576-5B73-CBAC-603F-D0802CCD7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DBA2DB8-EB5F-8106-CFB9-AE71975B6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580" y="265680"/>
            <a:ext cx="7704000" cy="410400"/>
          </a:xfrm>
        </p:spPr>
        <p:txBody>
          <a:bodyPr/>
          <a:lstStyle/>
          <a:p>
            <a:r>
              <a:rPr lang="vi-VN" sz="2800" b="1" spc="-5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I.Mở đầu.</a:t>
            </a:r>
            <a:br>
              <a:rPr lang="vi-VN" sz="2800" b="1" spc="-5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endParaRPr lang="vi-VN"/>
          </a:p>
        </p:txBody>
      </p:sp>
      <p:pic>
        <p:nvPicPr>
          <p:cNvPr id="3" name="Picture 2" descr="A black background with text and colorful circle&#10;&#10;AI-generated content may be incorrect.">
            <a:extLst>
              <a:ext uri="{FF2B5EF4-FFF2-40B4-BE49-F238E27FC236}">
                <a16:creationId xmlns:a16="http://schemas.microsoft.com/office/drawing/2014/main" id="{5DF270F4-3FB2-96EB-0431-C92EC3323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580" y="699960"/>
            <a:ext cx="7281000" cy="4233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68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A8629-4D20-190B-5009-37E77D505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7C6942D-9398-D166-F15D-D2AEC3442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vi-VN" sz="3200" b="1" spc="-5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endParaRPr lang="vi-VN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F420DB6-EA6D-9BE1-B9F9-C9931249A9DC}"/>
              </a:ext>
            </a:extLst>
          </p:cNvPr>
          <p:cNvSpPr/>
          <p:nvPr/>
        </p:nvSpPr>
        <p:spPr>
          <a:xfrm>
            <a:off x="811440" y="441960"/>
            <a:ext cx="7702550" cy="4259580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6000" b="1" spc="-5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II. Cơ sở dữ liệu.</a:t>
            </a:r>
            <a:endParaRPr lang="vi-VN" sz="6000"/>
          </a:p>
        </p:txBody>
      </p:sp>
    </p:spTree>
    <p:extLst>
      <p:ext uri="{BB962C8B-B14F-4D97-AF65-F5344CB8AC3E}">
        <p14:creationId xmlns:p14="http://schemas.microsoft.com/office/powerpoint/2010/main" val="2995654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2C7DB-540C-CA69-64A2-F78AC4D12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AA4F23E-8D3A-15DB-C5F4-66B6642B1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9" y="235200"/>
            <a:ext cx="7704000" cy="410400"/>
          </a:xfrm>
        </p:spPr>
        <p:txBody>
          <a:bodyPr/>
          <a:lstStyle/>
          <a:p>
            <a:r>
              <a:rPr lang="vi-VN">
                <a:solidFill>
                  <a:schemeClr val="tx1"/>
                </a:solidFill>
                <a:latin typeface="+mn-lt"/>
              </a:rPr>
              <a:t>Thu thập dữ liệu</a:t>
            </a:r>
          </a:p>
        </p:txBody>
      </p:sp>
      <p:pic>
        <p:nvPicPr>
          <p:cNvPr id="6" name="Picture 5" descr="A blue arrows with white text&#10;&#10;AI-generated content may be incorrect.">
            <a:extLst>
              <a:ext uri="{FF2B5EF4-FFF2-40B4-BE49-F238E27FC236}">
                <a16:creationId xmlns:a16="http://schemas.microsoft.com/office/drawing/2014/main" id="{630F610B-E758-D05F-676F-223A43B6A8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40400"/>
            <a:ext cx="8496300" cy="5147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581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B01F4-3103-1D79-21BB-74A067EF2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EB341D2-3F4F-47A5-96F8-DB879BBB4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-7619"/>
            <a:ext cx="7704000" cy="410400"/>
          </a:xfrm>
        </p:spPr>
        <p:txBody>
          <a:bodyPr/>
          <a:lstStyle/>
          <a:p>
            <a:pPr algn="ctr" defTabSz="761970">
              <a:spcBef>
                <a:spcPts val="600"/>
              </a:spcBef>
              <a:spcAft>
                <a:spcPts val="600"/>
              </a:spcAft>
            </a:pPr>
            <a:r>
              <a:rPr lang="vi-VN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Cấu trúc của cơ sở dữ liệu</a:t>
            </a:r>
            <a:endParaRPr lang="en-US" sz="3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E6FD51A-E592-E511-AFDB-221283BA70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3680241"/>
              </p:ext>
            </p:extLst>
          </p:nvPr>
        </p:nvGraphicFramePr>
        <p:xfrm>
          <a:off x="720000" y="1135380"/>
          <a:ext cx="7646759" cy="382523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61099">
                  <a:extLst>
                    <a:ext uri="{9D8B030D-6E8A-4147-A177-3AD203B41FA5}">
                      <a16:colId xmlns:a16="http://schemas.microsoft.com/office/drawing/2014/main" val="3790904903"/>
                    </a:ext>
                  </a:extLst>
                </a:gridCol>
                <a:gridCol w="1616139">
                  <a:extLst>
                    <a:ext uri="{9D8B030D-6E8A-4147-A177-3AD203B41FA5}">
                      <a16:colId xmlns:a16="http://schemas.microsoft.com/office/drawing/2014/main" val="496947315"/>
                    </a:ext>
                  </a:extLst>
                </a:gridCol>
                <a:gridCol w="819010">
                  <a:extLst>
                    <a:ext uri="{9D8B030D-6E8A-4147-A177-3AD203B41FA5}">
                      <a16:colId xmlns:a16="http://schemas.microsoft.com/office/drawing/2014/main" val="2684374863"/>
                    </a:ext>
                  </a:extLst>
                </a:gridCol>
                <a:gridCol w="1202624">
                  <a:extLst>
                    <a:ext uri="{9D8B030D-6E8A-4147-A177-3AD203B41FA5}">
                      <a16:colId xmlns:a16="http://schemas.microsoft.com/office/drawing/2014/main" val="3778318787"/>
                    </a:ext>
                  </a:extLst>
                </a:gridCol>
                <a:gridCol w="2047887">
                  <a:extLst>
                    <a:ext uri="{9D8B030D-6E8A-4147-A177-3AD203B41FA5}">
                      <a16:colId xmlns:a16="http://schemas.microsoft.com/office/drawing/2014/main" val="446700730"/>
                    </a:ext>
                  </a:extLst>
                </a:gridCol>
              </a:tblGrid>
              <a:tr h="99926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800" kern="150">
                          <a:effectLst/>
                        </a:rPr>
                        <a:t>Thuộc tính</a:t>
                      </a:r>
                      <a:endParaRPr lang="vi-VN" sz="7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42201" marR="4220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800" kern="150">
                          <a:effectLst/>
                        </a:rPr>
                        <a:t>Kiểu dữ liệu</a:t>
                      </a:r>
                      <a:endParaRPr lang="vi-VN" sz="700" kern="150">
                        <a:effectLst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800" kern="150">
                          <a:effectLst/>
                        </a:rPr>
                        <a:t>(Độ rộng)</a:t>
                      </a:r>
                      <a:endParaRPr lang="vi-VN" sz="7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42201" marR="4220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800" kern="150">
                          <a:effectLst/>
                        </a:rPr>
                        <a:t>Ràng buộc</a:t>
                      </a:r>
                      <a:endParaRPr lang="vi-VN" sz="7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42201" marR="4220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800" kern="150">
                          <a:effectLst/>
                        </a:rPr>
                        <a:t>Khóa chính/ Khóa ngoại (PK/FK)</a:t>
                      </a:r>
                      <a:endParaRPr lang="vi-VN" sz="7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42201" marR="4220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800" kern="150">
                          <a:effectLst/>
                        </a:rPr>
                        <a:t>Mô tả</a:t>
                      </a:r>
                      <a:endParaRPr lang="vi-VN" sz="7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42201" marR="42201" marT="0" marB="0" anchor="ctr"/>
                </a:tc>
                <a:extLst>
                  <a:ext uri="{0D108BD9-81ED-4DB2-BD59-A6C34878D82A}">
                    <a16:rowId xmlns:a16="http://schemas.microsoft.com/office/drawing/2014/main" val="3894725479"/>
                  </a:ext>
                </a:extLst>
              </a:tr>
              <a:tr h="38497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800" kern="150">
                          <a:effectLst/>
                        </a:rPr>
                        <a:t>PigID</a:t>
                      </a:r>
                      <a:endParaRPr lang="vi-VN" sz="7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42201" marR="422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800" kern="150">
                          <a:effectLst/>
                        </a:rPr>
                        <a:t>Vachar(50)</a:t>
                      </a:r>
                      <a:endParaRPr lang="vi-VN" sz="7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42201" marR="422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800" kern="150">
                          <a:effectLst/>
                        </a:rPr>
                        <a:t>Not null</a:t>
                      </a:r>
                      <a:endParaRPr lang="vi-VN" sz="7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42201" marR="422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800" kern="150">
                          <a:effectLst/>
                        </a:rPr>
                        <a:t>PK</a:t>
                      </a:r>
                      <a:endParaRPr lang="vi-VN" sz="7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42201" marR="422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800" kern="150">
                          <a:effectLst/>
                        </a:rPr>
                        <a:t>ID</a:t>
                      </a:r>
                      <a:r>
                        <a:rPr lang="vi-VN" sz="800" kern="150">
                          <a:effectLst/>
                        </a:rPr>
                        <a:t> lợn</a:t>
                      </a:r>
                      <a:endParaRPr lang="vi-VN" sz="7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42201" marR="42201" marT="0" marB="0"/>
                </a:tc>
                <a:extLst>
                  <a:ext uri="{0D108BD9-81ED-4DB2-BD59-A6C34878D82A}">
                    <a16:rowId xmlns:a16="http://schemas.microsoft.com/office/drawing/2014/main" val="3124017135"/>
                  </a:ext>
                </a:extLst>
              </a:tr>
              <a:tr h="38497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800" kern="150">
                          <a:effectLst/>
                        </a:rPr>
                        <a:t>TraiPigID</a:t>
                      </a:r>
                      <a:endParaRPr lang="vi-VN" sz="7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42201" marR="422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800" kern="150">
                          <a:effectLst/>
                        </a:rPr>
                        <a:t>Vachar(50)</a:t>
                      </a:r>
                      <a:endParaRPr lang="vi-VN" sz="7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42201" marR="422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800" kern="150">
                          <a:effectLst/>
                        </a:rPr>
                        <a:t>Not</a:t>
                      </a:r>
                      <a:r>
                        <a:rPr lang="vi-VN" sz="800" kern="150">
                          <a:effectLst/>
                        </a:rPr>
                        <a:t> null</a:t>
                      </a:r>
                      <a:endParaRPr lang="vi-VN" sz="7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42201" marR="422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800" kern="150">
                          <a:effectLst/>
                        </a:rPr>
                        <a:t>FK</a:t>
                      </a:r>
                      <a:endParaRPr lang="vi-VN" sz="7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42201" marR="422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800" kern="150">
                          <a:effectLst/>
                        </a:rPr>
                        <a:t>ID</a:t>
                      </a:r>
                      <a:r>
                        <a:rPr lang="vi-VN" sz="800" kern="150">
                          <a:effectLst/>
                        </a:rPr>
                        <a:t> Trại lợn</a:t>
                      </a:r>
                      <a:endParaRPr lang="vi-VN" sz="7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42201" marR="42201" marT="0" marB="0"/>
                </a:tc>
                <a:extLst>
                  <a:ext uri="{0D108BD9-81ED-4DB2-BD59-A6C34878D82A}">
                    <a16:rowId xmlns:a16="http://schemas.microsoft.com/office/drawing/2014/main" val="4010910977"/>
                  </a:ext>
                </a:extLst>
              </a:tr>
              <a:tr h="18021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800" kern="150">
                          <a:effectLst/>
                        </a:rPr>
                        <a:t>GiongPig</a:t>
                      </a:r>
                      <a:endParaRPr lang="vi-VN" sz="7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42201" marR="422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800" kern="150">
                          <a:effectLst/>
                        </a:rPr>
                        <a:t>Varchar(50)</a:t>
                      </a:r>
                      <a:endParaRPr lang="vi-VN" sz="7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42201" marR="422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800" kern="150">
                          <a:effectLst/>
                        </a:rPr>
                        <a:t>Null</a:t>
                      </a:r>
                      <a:endParaRPr lang="vi-VN" sz="7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42201" marR="422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800" kern="150">
                          <a:effectLst/>
                        </a:rPr>
                        <a:t> </a:t>
                      </a:r>
                      <a:endParaRPr lang="vi-VN" sz="7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42201" marR="422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800" kern="150">
                          <a:effectLst/>
                        </a:rPr>
                        <a:t>Giống lợn</a:t>
                      </a:r>
                      <a:endParaRPr lang="vi-VN" sz="7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42201" marR="42201" marT="0" marB="0"/>
                </a:tc>
                <a:extLst>
                  <a:ext uri="{0D108BD9-81ED-4DB2-BD59-A6C34878D82A}">
                    <a16:rowId xmlns:a16="http://schemas.microsoft.com/office/drawing/2014/main" val="759189367"/>
                  </a:ext>
                </a:extLst>
              </a:tr>
              <a:tr h="18021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800" kern="150">
                          <a:effectLst/>
                        </a:rPr>
                        <a:t>NgaySinh</a:t>
                      </a:r>
                      <a:endParaRPr lang="vi-VN" sz="7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42201" marR="422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800" kern="150">
                          <a:effectLst/>
                        </a:rPr>
                        <a:t>DATE</a:t>
                      </a:r>
                      <a:endParaRPr lang="vi-VN" sz="7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42201" marR="422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800" kern="150">
                          <a:effectLst/>
                        </a:rPr>
                        <a:t>Null</a:t>
                      </a:r>
                      <a:endParaRPr lang="vi-VN" sz="7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42201" marR="422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800" kern="150">
                          <a:effectLst/>
                        </a:rPr>
                        <a:t> </a:t>
                      </a:r>
                      <a:endParaRPr lang="vi-VN" sz="7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42201" marR="422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800" kern="150">
                          <a:effectLst/>
                        </a:rPr>
                        <a:t>Ngày</a:t>
                      </a:r>
                      <a:r>
                        <a:rPr lang="vi-VN" sz="800" kern="150">
                          <a:effectLst/>
                        </a:rPr>
                        <a:t> sinh</a:t>
                      </a:r>
                      <a:endParaRPr lang="vi-VN" sz="7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42201" marR="42201" marT="0" marB="0"/>
                </a:tc>
                <a:extLst>
                  <a:ext uri="{0D108BD9-81ED-4DB2-BD59-A6C34878D82A}">
                    <a16:rowId xmlns:a16="http://schemas.microsoft.com/office/drawing/2014/main" val="2895580650"/>
                  </a:ext>
                </a:extLst>
              </a:tr>
              <a:tr h="18021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800" kern="150">
                          <a:effectLst/>
                        </a:rPr>
                        <a:t>Tuoi</a:t>
                      </a:r>
                      <a:endParaRPr lang="vi-VN" sz="7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42201" marR="422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800" kern="150">
                          <a:effectLst/>
                        </a:rPr>
                        <a:t>Varchar(50)</a:t>
                      </a:r>
                      <a:endParaRPr lang="vi-VN" sz="7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42201" marR="422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800" kern="150">
                          <a:effectLst/>
                        </a:rPr>
                        <a:t>Null</a:t>
                      </a:r>
                      <a:endParaRPr lang="vi-VN" sz="7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42201" marR="422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800" kern="150">
                          <a:effectLst/>
                        </a:rPr>
                        <a:t> </a:t>
                      </a:r>
                      <a:endParaRPr lang="vi-VN" sz="7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42201" marR="422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800" kern="150">
                          <a:effectLst/>
                        </a:rPr>
                        <a:t>Tuổi</a:t>
                      </a:r>
                      <a:endParaRPr lang="vi-VN" sz="7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42201" marR="42201" marT="0" marB="0"/>
                </a:tc>
                <a:extLst>
                  <a:ext uri="{0D108BD9-81ED-4DB2-BD59-A6C34878D82A}">
                    <a16:rowId xmlns:a16="http://schemas.microsoft.com/office/drawing/2014/main" val="1468539059"/>
                  </a:ext>
                </a:extLst>
              </a:tr>
              <a:tr h="18021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800" kern="150">
                          <a:effectLst/>
                        </a:rPr>
                        <a:t>Nguongoc</a:t>
                      </a:r>
                      <a:endParaRPr lang="vi-VN" sz="7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42201" marR="422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800" kern="150">
                          <a:effectLst/>
                        </a:rPr>
                        <a:t>Varchar(50)</a:t>
                      </a:r>
                      <a:endParaRPr lang="vi-VN" sz="7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42201" marR="422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800" kern="150">
                          <a:effectLst/>
                        </a:rPr>
                        <a:t>Null</a:t>
                      </a:r>
                      <a:endParaRPr lang="vi-VN" sz="7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42201" marR="422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800" kern="150">
                          <a:effectLst/>
                        </a:rPr>
                        <a:t> </a:t>
                      </a:r>
                      <a:endParaRPr lang="vi-VN" sz="7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42201" marR="422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800" kern="150">
                          <a:effectLst/>
                        </a:rPr>
                        <a:t>Nguồn</a:t>
                      </a:r>
                      <a:r>
                        <a:rPr lang="vi-VN" sz="800" kern="150">
                          <a:effectLst/>
                        </a:rPr>
                        <a:t> gốc</a:t>
                      </a:r>
                      <a:endParaRPr lang="vi-VN" sz="7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42201" marR="42201" marT="0" marB="0"/>
                </a:tc>
                <a:extLst>
                  <a:ext uri="{0D108BD9-81ED-4DB2-BD59-A6C34878D82A}">
                    <a16:rowId xmlns:a16="http://schemas.microsoft.com/office/drawing/2014/main" val="1757166639"/>
                  </a:ext>
                </a:extLst>
              </a:tr>
              <a:tr h="38497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800" kern="150">
                          <a:effectLst/>
                        </a:rPr>
                        <a:t>CanNang</a:t>
                      </a:r>
                      <a:endParaRPr lang="vi-VN" sz="7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42201" marR="422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800" kern="150">
                          <a:effectLst/>
                        </a:rPr>
                        <a:t>DECIMAL(5, 2)</a:t>
                      </a:r>
                      <a:endParaRPr lang="vi-VN" sz="7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42201" marR="422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800" kern="150">
                          <a:effectLst/>
                        </a:rPr>
                        <a:t>Null</a:t>
                      </a:r>
                      <a:endParaRPr lang="vi-VN" sz="7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42201" marR="422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800" kern="150">
                          <a:effectLst/>
                        </a:rPr>
                        <a:t> </a:t>
                      </a:r>
                      <a:endParaRPr lang="vi-VN" sz="7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42201" marR="422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800" kern="150">
                          <a:effectLst/>
                        </a:rPr>
                        <a:t>Cân</a:t>
                      </a:r>
                      <a:r>
                        <a:rPr lang="vi-VN" sz="800" kern="150">
                          <a:effectLst/>
                        </a:rPr>
                        <a:t> năng</a:t>
                      </a:r>
                      <a:endParaRPr lang="vi-VN" sz="7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42201" marR="42201" marT="0" marB="0"/>
                </a:tc>
                <a:extLst>
                  <a:ext uri="{0D108BD9-81ED-4DB2-BD59-A6C34878D82A}">
                    <a16:rowId xmlns:a16="http://schemas.microsoft.com/office/drawing/2014/main" val="2696938497"/>
                  </a:ext>
                </a:extLst>
              </a:tr>
              <a:tr h="38497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800" kern="150">
                          <a:effectLst/>
                        </a:rPr>
                        <a:t>LuongThucAnTieuThu</a:t>
                      </a:r>
                      <a:endParaRPr lang="vi-VN" sz="7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42201" marR="422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800" kern="150">
                          <a:effectLst/>
                        </a:rPr>
                        <a:t>DECIMAL(5, 2)</a:t>
                      </a:r>
                      <a:endParaRPr lang="vi-VN" sz="7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42201" marR="422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800" kern="150">
                          <a:effectLst/>
                        </a:rPr>
                        <a:t>Null</a:t>
                      </a:r>
                      <a:endParaRPr lang="vi-VN" sz="7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42201" marR="422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800" kern="150">
                          <a:effectLst/>
                        </a:rPr>
                        <a:t> </a:t>
                      </a:r>
                      <a:endParaRPr lang="vi-VN" sz="7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42201" marR="422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800" kern="150">
                          <a:effectLst/>
                        </a:rPr>
                        <a:t>Lượng</a:t>
                      </a:r>
                      <a:r>
                        <a:rPr lang="vi-VN" sz="800" kern="150">
                          <a:effectLst/>
                        </a:rPr>
                        <a:t> thức ăn tiêu thụ</a:t>
                      </a:r>
                      <a:endParaRPr lang="vi-VN" sz="7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42201" marR="42201" marT="0" marB="0"/>
                </a:tc>
                <a:extLst>
                  <a:ext uri="{0D108BD9-81ED-4DB2-BD59-A6C34878D82A}">
                    <a16:rowId xmlns:a16="http://schemas.microsoft.com/office/drawing/2014/main" val="2772997527"/>
                  </a:ext>
                </a:extLst>
              </a:tr>
              <a:tr h="38497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800" kern="150">
                          <a:effectLst/>
                        </a:rPr>
                        <a:t>TrangThaiSucKhoe</a:t>
                      </a:r>
                      <a:endParaRPr lang="vi-VN" sz="7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42201" marR="422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800" kern="150">
                          <a:effectLst/>
                        </a:rPr>
                        <a:t>VARCHAR(50)</a:t>
                      </a:r>
                      <a:endParaRPr lang="vi-VN" sz="7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42201" marR="422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800" kern="150">
                          <a:effectLst/>
                        </a:rPr>
                        <a:t>Null</a:t>
                      </a:r>
                      <a:endParaRPr lang="vi-VN" sz="7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42201" marR="422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800" kern="150">
                          <a:effectLst/>
                        </a:rPr>
                        <a:t> </a:t>
                      </a:r>
                      <a:endParaRPr lang="vi-VN" sz="7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42201" marR="422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800" kern="150">
                          <a:effectLst/>
                        </a:rPr>
                        <a:t>Trạng</a:t>
                      </a:r>
                      <a:r>
                        <a:rPr lang="vi-VN" sz="800" kern="150">
                          <a:effectLst/>
                        </a:rPr>
                        <a:t> thái sức khỏe</a:t>
                      </a:r>
                      <a:endParaRPr lang="vi-VN" sz="7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42201" marR="42201" marT="0" marB="0"/>
                </a:tc>
                <a:extLst>
                  <a:ext uri="{0D108BD9-81ED-4DB2-BD59-A6C34878D82A}">
                    <a16:rowId xmlns:a16="http://schemas.microsoft.com/office/drawing/2014/main" val="2256146619"/>
                  </a:ext>
                </a:extLst>
              </a:tr>
              <a:tr h="18021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800" kern="150">
                          <a:effectLst/>
                        </a:rPr>
                        <a:t>GhiChu</a:t>
                      </a:r>
                      <a:endParaRPr lang="vi-VN" sz="7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42201" marR="422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800" kern="150">
                          <a:effectLst/>
                        </a:rPr>
                        <a:t>TEXT</a:t>
                      </a:r>
                      <a:endParaRPr lang="vi-VN" sz="7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42201" marR="422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800" kern="150">
                          <a:effectLst/>
                        </a:rPr>
                        <a:t> Null</a:t>
                      </a:r>
                      <a:endParaRPr lang="vi-VN" sz="7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42201" marR="422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800" kern="150">
                          <a:effectLst/>
                        </a:rPr>
                        <a:t> </a:t>
                      </a:r>
                      <a:endParaRPr lang="vi-VN" sz="7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42201" marR="422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800" kern="150">
                          <a:effectLst/>
                        </a:rPr>
                        <a:t>Ghi</a:t>
                      </a:r>
                      <a:r>
                        <a:rPr lang="vi-VN" sz="800" kern="150">
                          <a:effectLst/>
                        </a:rPr>
                        <a:t> chú</a:t>
                      </a:r>
                      <a:endParaRPr lang="vi-VN" sz="7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42201" marR="42201" marT="0" marB="0"/>
                </a:tc>
                <a:extLst>
                  <a:ext uri="{0D108BD9-81ED-4DB2-BD59-A6C34878D82A}">
                    <a16:rowId xmlns:a16="http://schemas.microsoft.com/office/drawing/2014/main" val="118051307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1B36AFB-079D-C682-5686-EFA94E82101A}"/>
              </a:ext>
            </a:extLst>
          </p:cNvPr>
          <p:cNvSpPr txBox="1"/>
          <p:nvPr/>
        </p:nvSpPr>
        <p:spPr>
          <a:xfrm>
            <a:off x="3473631" y="507470"/>
            <a:ext cx="18004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2800" b="1"/>
              <a:t>Bảng PIG</a:t>
            </a:r>
          </a:p>
        </p:txBody>
      </p:sp>
    </p:spTree>
    <p:extLst>
      <p:ext uri="{BB962C8B-B14F-4D97-AF65-F5344CB8AC3E}">
        <p14:creationId xmlns:p14="http://schemas.microsoft.com/office/powerpoint/2010/main" val="2870718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44DFB-DAD4-B4C8-2E47-1CCDBA3C2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7A95974-4A6A-BC27-C383-5E8C29939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09728" y="686304"/>
            <a:ext cx="8875104" cy="410400"/>
          </a:xfrm>
        </p:spPr>
        <p:txBody>
          <a:bodyPr/>
          <a:lstStyle/>
          <a:p>
            <a:r>
              <a:rPr lang="vi-VN" sz="3200" b="1"/>
              <a:t>Bảng thức ăn</a:t>
            </a:r>
            <a:br>
              <a:rPr lang="vi-VN" sz="3200" b="1"/>
            </a:br>
            <a:endParaRPr lang="vi-VN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D2A0814-DBE8-8C92-0C9B-8D1CD0175D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0501170"/>
              </p:ext>
            </p:extLst>
          </p:nvPr>
        </p:nvGraphicFramePr>
        <p:xfrm>
          <a:off x="938784" y="1430685"/>
          <a:ext cx="7266432" cy="34894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11767">
                  <a:extLst>
                    <a:ext uri="{9D8B030D-6E8A-4147-A177-3AD203B41FA5}">
                      <a16:colId xmlns:a16="http://schemas.microsoft.com/office/drawing/2014/main" val="1384907261"/>
                    </a:ext>
                  </a:extLst>
                </a:gridCol>
                <a:gridCol w="1631177">
                  <a:extLst>
                    <a:ext uri="{9D8B030D-6E8A-4147-A177-3AD203B41FA5}">
                      <a16:colId xmlns:a16="http://schemas.microsoft.com/office/drawing/2014/main" val="3962987653"/>
                    </a:ext>
                  </a:extLst>
                </a:gridCol>
                <a:gridCol w="976716">
                  <a:extLst>
                    <a:ext uri="{9D8B030D-6E8A-4147-A177-3AD203B41FA5}">
                      <a16:colId xmlns:a16="http://schemas.microsoft.com/office/drawing/2014/main" val="2636891792"/>
                    </a:ext>
                  </a:extLst>
                </a:gridCol>
                <a:gridCol w="1058620">
                  <a:extLst>
                    <a:ext uri="{9D8B030D-6E8A-4147-A177-3AD203B41FA5}">
                      <a16:colId xmlns:a16="http://schemas.microsoft.com/office/drawing/2014/main" val="2342633287"/>
                    </a:ext>
                  </a:extLst>
                </a:gridCol>
                <a:gridCol w="2088152">
                  <a:extLst>
                    <a:ext uri="{9D8B030D-6E8A-4147-A177-3AD203B41FA5}">
                      <a16:colId xmlns:a16="http://schemas.microsoft.com/office/drawing/2014/main" val="1815464101"/>
                    </a:ext>
                  </a:extLst>
                </a:gridCol>
              </a:tblGrid>
              <a:tr h="139851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Thuộc tính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6133" marR="6613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Kiểu dữ liệu</a:t>
                      </a:r>
                      <a:endParaRPr lang="vi-VN" sz="1200" kern="150">
                        <a:effectLst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(Độ rộng)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6133" marR="6613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Ràng buộc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6133" marR="6613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Khóa chính/ Khóa ngoại (PK/FK)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6133" marR="6613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Mô tả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6133" marR="66133" marT="0" marB="0" anchor="ctr"/>
                </a:tc>
                <a:extLst>
                  <a:ext uri="{0D108BD9-81ED-4DB2-BD59-A6C34878D82A}">
                    <a16:rowId xmlns:a16="http://schemas.microsoft.com/office/drawing/2014/main" val="2624112778"/>
                  </a:ext>
                </a:extLst>
              </a:tr>
              <a:tr h="25222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1300" kern="150">
                          <a:effectLst/>
                        </a:rPr>
                        <a:t>CamID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6133" marR="6613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varchar(50)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6133" marR="6613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Not null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6133" marR="6613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PK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6133" marR="6613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ID</a:t>
                      </a:r>
                      <a:r>
                        <a:rPr lang="vi-VN" sz="1300" kern="150">
                          <a:effectLst/>
                        </a:rPr>
                        <a:t> loại cám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6133" marR="66133" marT="0" marB="0"/>
                </a:tc>
                <a:extLst>
                  <a:ext uri="{0D108BD9-81ED-4DB2-BD59-A6C34878D82A}">
                    <a16:rowId xmlns:a16="http://schemas.microsoft.com/office/drawing/2014/main" val="2108219227"/>
                  </a:ext>
                </a:extLst>
              </a:tr>
              <a:tr h="25222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1300" kern="150">
                          <a:effectLst/>
                        </a:rPr>
                        <a:t>TraiPigID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6133" marR="6613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Vachar(50)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6133" marR="6613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Not</a:t>
                      </a:r>
                      <a:r>
                        <a:rPr lang="vi-VN" sz="1300" kern="150">
                          <a:effectLst/>
                        </a:rPr>
                        <a:t> null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6133" marR="6613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FK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6133" marR="6613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ID</a:t>
                      </a:r>
                      <a:r>
                        <a:rPr lang="vi-VN" sz="1300" kern="150">
                          <a:effectLst/>
                        </a:rPr>
                        <a:t> Trại lợn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6133" marR="66133" marT="0" marB="0"/>
                </a:tc>
                <a:extLst>
                  <a:ext uri="{0D108BD9-81ED-4DB2-BD59-A6C34878D82A}">
                    <a16:rowId xmlns:a16="http://schemas.microsoft.com/office/drawing/2014/main" val="483797127"/>
                  </a:ext>
                </a:extLst>
              </a:tr>
              <a:tr h="25222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1300" kern="150">
                          <a:effectLst/>
                        </a:rPr>
                        <a:t>TenCam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6133" marR="6613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varchar(50)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6133" marR="6613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 Null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6133" marR="6613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 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6133" marR="6613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Tên</a:t>
                      </a:r>
                      <a:r>
                        <a:rPr lang="vi-VN" sz="1300" kern="150">
                          <a:effectLst/>
                        </a:rPr>
                        <a:t> cám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6133" marR="66133" marT="0" marB="0"/>
                </a:tc>
                <a:extLst>
                  <a:ext uri="{0D108BD9-81ED-4DB2-BD59-A6C34878D82A}">
                    <a16:rowId xmlns:a16="http://schemas.microsoft.com/office/drawing/2014/main" val="2897437507"/>
                  </a:ext>
                </a:extLst>
              </a:tr>
              <a:tr h="25222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1300" kern="150">
                          <a:effectLst/>
                        </a:rPr>
                        <a:t>CanNang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6133" marR="6613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1300" kern="150">
                          <a:effectLst/>
                        </a:rPr>
                        <a:t>DECIMAL(5, 2)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6133" marR="6613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 Null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6133" marR="6613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 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6133" marR="6613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1300" kern="150">
                          <a:effectLst/>
                        </a:rPr>
                        <a:t>Cân nặng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6133" marR="66133" marT="0" marB="0"/>
                </a:tc>
                <a:extLst>
                  <a:ext uri="{0D108BD9-81ED-4DB2-BD59-A6C34878D82A}">
                    <a16:rowId xmlns:a16="http://schemas.microsoft.com/office/drawing/2014/main" val="179089957"/>
                  </a:ext>
                </a:extLst>
              </a:tr>
              <a:tr h="25222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1300" kern="150">
                          <a:effectLst/>
                        </a:rPr>
                        <a:t>Nguongoc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6133" marR="6613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1300" kern="150">
                          <a:effectLst/>
                        </a:rPr>
                        <a:t>Varchar(50)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6133" marR="6613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 Null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6133" marR="6613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 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6133" marR="6613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Nguồn</a:t>
                      </a:r>
                      <a:r>
                        <a:rPr lang="vi-VN" sz="1300" kern="150">
                          <a:effectLst/>
                        </a:rPr>
                        <a:t> gốc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6133" marR="66133" marT="0" marB="0"/>
                </a:tc>
                <a:extLst>
                  <a:ext uri="{0D108BD9-81ED-4DB2-BD59-A6C34878D82A}">
                    <a16:rowId xmlns:a16="http://schemas.microsoft.com/office/drawing/2014/main" val="987376425"/>
                  </a:ext>
                </a:extLst>
              </a:tr>
              <a:tr h="25222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1300" kern="150">
                          <a:effectLst/>
                        </a:rPr>
                        <a:t>NgayNhap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6133" marR="6613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1300" kern="150">
                          <a:effectLst/>
                        </a:rPr>
                        <a:t>DATE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6133" marR="6613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 Null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6133" marR="6613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 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6133" marR="6613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1300" kern="150">
                          <a:effectLst/>
                        </a:rPr>
                        <a:t>Ngày nhập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6133" marR="66133" marT="0" marB="0"/>
                </a:tc>
                <a:extLst>
                  <a:ext uri="{0D108BD9-81ED-4DB2-BD59-A6C34878D82A}">
                    <a16:rowId xmlns:a16="http://schemas.microsoft.com/office/drawing/2014/main" val="1750343751"/>
                  </a:ext>
                </a:extLst>
              </a:tr>
              <a:tr h="25222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1300" kern="150">
                          <a:effectLst/>
                        </a:rPr>
                        <a:t>HanSuDung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6133" marR="6613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1300" kern="150">
                          <a:effectLst/>
                        </a:rPr>
                        <a:t>Date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6133" marR="6613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 Null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6133" marR="6613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 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6133" marR="6613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1300" kern="150">
                          <a:effectLst/>
                        </a:rPr>
                        <a:t>Hạn sử dụng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6133" marR="66133" marT="0" marB="0"/>
                </a:tc>
                <a:extLst>
                  <a:ext uri="{0D108BD9-81ED-4DB2-BD59-A6C34878D82A}">
                    <a16:rowId xmlns:a16="http://schemas.microsoft.com/office/drawing/2014/main" val="3507127965"/>
                  </a:ext>
                </a:extLst>
              </a:tr>
              <a:tr h="25222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1300" kern="150">
                          <a:effectLst/>
                        </a:rPr>
                        <a:t>GhiChu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6133" marR="6613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1300" kern="150">
                          <a:effectLst/>
                        </a:rPr>
                        <a:t>TEXT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6133" marR="6613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 Null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6133" marR="6613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 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6133" marR="6613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1300" kern="150">
                          <a:effectLst/>
                        </a:rPr>
                        <a:t>Ghi chú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6133" marR="66133" marT="0" marB="0"/>
                </a:tc>
                <a:extLst>
                  <a:ext uri="{0D108BD9-81ED-4DB2-BD59-A6C34878D82A}">
                    <a16:rowId xmlns:a16="http://schemas.microsoft.com/office/drawing/2014/main" val="39562865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7492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56799-8E9B-98B1-D93E-3031A2D02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A6222BC-8EDC-DB38-A929-8FFAD24AA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Bảng Vacci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6FE1C97-8D35-2547-BFBD-BDF6CC145B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6305547"/>
              </p:ext>
            </p:extLst>
          </p:nvPr>
        </p:nvGraphicFramePr>
        <p:xfrm>
          <a:off x="816866" y="1424749"/>
          <a:ext cx="7704000" cy="33839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72002">
                  <a:extLst>
                    <a:ext uri="{9D8B030D-6E8A-4147-A177-3AD203B41FA5}">
                      <a16:colId xmlns:a16="http://schemas.microsoft.com/office/drawing/2014/main" val="415551506"/>
                    </a:ext>
                  </a:extLst>
                </a:gridCol>
                <a:gridCol w="1509639">
                  <a:extLst>
                    <a:ext uri="{9D8B030D-6E8A-4147-A177-3AD203B41FA5}">
                      <a16:colId xmlns:a16="http://schemas.microsoft.com/office/drawing/2014/main" val="718404957"/>
                    </a:ext>
                  </a:extLst>
                </a:gridCol>
                <a:gridCol w="1038954">
                  <a:extLst>
                    <a:ext uri="{9D8B030D-6E8A-4147-A177-3AD203B41FA5}">
                      <a16:colId xmlns:a16="http://schemas.microsoft.com/office/drawing/2014/main" val="681713699"/>
                    </a:ext>
                  </a:extLst>
                </a:gridCol>
                <a:gridCol w="1526860">
                  <a:extLst>
                    <a:ext uri="{9D8B030D-6E8A-4147-A177-3AD203B41FA5}">
                      <a16:colId xmlns:a16="http://schemas.microsoft.com/office/drawing/2014/main" val="2517987555"/>
                    </a:ext>
                  </a:extLst>
                </a:gridCol>
                <a:gridCol w="1956545">
                  <a:extLst>
                    <a:ext uri="{9D8B030D-6E8A-4147-A177-3AD203B41FA5}">
                      <a16:colId xmlns:a16="http://schemas.microsoft.com/office/drawing/2014/main" val="923924765"/>
                    </a:ext>
                  </a:extLst>
                </a:gridCol>
              </a:tblGrid>
              <a:tr h="102362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Thuộc tính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Kiểu dữ liệu</a:t>
                      </a:r>
                      <a:endParaRPr lang="vi-VN" sz="1200" kern="150">
                        <a:effectLst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(Độ rộng)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Ràng buộc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Khóa chính/ Khóa ngoại (PK/FK)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Mô tả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88283303"/>
                  </a:ext>
                </a:extLst>
              </a:tr>
              <a:tr h="33718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1300" kern="150">
                          <a:effectLst/>
                        </a:rPr>
                        <a:t>VacciID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1300" kern="150">
                          <a:effectLst/>
                        </a:rPr>
                        <a:t>Varchar(50)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Not</a:t>
                      </a:r>
                      <a:r>
                        <a:rPr lang="vi-VN" sz="1300" kern="150">
                          <a:effectLst/>
                        </a:rPr>
                        <a:t> null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PK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1300" kern="150">
                          <a:effectLst/>
                        </a:rPr>
                        <a:t>VacciID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65374702"/>
                  </a:ext>
                </a:extLst>
              </a:tr>
              <a:tr h="33718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1300" kern="150">
                          <a:effectLst/>
                        </a:rPr>
                        <a:t>TraiPigID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Vachar(50)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Not</a:t>
                      </a:r>
                      <a:r>
                        <a:rPr lang="vi-VN" sz="1300" kern="150">
                          <a:effectLst/>
                        </a:rPr>
                        <a:t> null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FK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ID</a:t>
                      </a:r>
                      <a:r>
                        <a:rPr lang="vi-VN" sz="1300" kern="150">
                          <a:effectLst/>
                        </a:rPr>
                        <a:t> Trại lợn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26415881"/>
                  </a:ext>
                </a:extLst>
              </a:tr>
              <a:tr h="33718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PigID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1300" kern="150">
                          <a:effectLst/>
                        </a:rPr>
                        <a:t>Varchar(50)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Not</a:t>
                      </a:r>
                      <a:r>
                        <a:rPr lang="vi-VN" sz="1300" kern="150">
                          <a:effectLst/>
                        </a:rPr>
                        <a:t> null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FK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1300" kern="150">
                          <a:effectLst/>
                        </a:rPr>
                        <a:t>ID lợn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9583892"/>
                  </a:ext>
                </a:extLst>
              </a:tr>
              <a:tr h="33718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TenVacci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1300" kern="150">
                          <a:effectLst/>
                        </a:rPr>
                        <a:t>Varchar(50)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Null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 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1300" kern="150">
                          <a:effectLst/>
                        </a:rPr>
                        <a:t>Tên Vacci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12669782"/>
                  </a:ext>
                </a:extLst>
              </a:tr>
              <a:tr h="33718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1300" kern="150">
                          <a:effectLst/>
                        </a:rPr>
                        <a:t>NgayTiem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1300" kern="150">
                          <a:effectLst/>
                        </a:rPr>
                        <a:t>DATE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s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 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1300" kern="150">
                          <a:effectLst/>
                        </a:rPr>
                        <a:t>Ngày Tiêm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9883893"/>
                  </a:ext>
                </a:extLst>
              </a:tr>
              <a:tr h="33718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1300" kern="150">
                          <a:effectLst/>
                        </a:rPr>
                        <a:t>HanSuDung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1300" kern="150">
                          <a:effectLst/>
                        </a:rPr>
                        <a:t>Date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Null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 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1300" kern="150">
                          <a:effectLst/>
                        </a:rPr>
                        <a:t>Hạn sử dụng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92625314"/>
                  </a:ext>
                </a:extLst>
              </a:tr>
              <a:tr h="33718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1300" kern="150">
                          <a:effectLst/>
                        </a:rPr>
                        <a:t>GhiChu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1300" kern="150">
                          <a:effectLst/>
                        </a:rPr>
                        <a:t>TEXT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Null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 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1300" kern="150">
                          <a:effectLst/>
                        </a:rPr>
                        <a:t>Ghi chú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06191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3424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BB775-646C-245B-2999-5C7E74E92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715A152-6EBB-E113-ECF7-A013B7811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194112"/>
            <a:ext cx="7704000" cy="410400"/>
          </a:xfrm>
        </p:spPr>
        <p:txBody>
          <a:bodyPr/>
          <a:lstStyle/>
          <a:p>
            <a:r>
              <a:rPr lang="vi-VN"/>
              <a:t>Bảng vật chất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B6AFBE1-5FE4-A69E-BDDE-E20F9912F9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7854346"/>
              </p:ext>
            </p:extLst>
          </p:nvPr>
        </p:nvGraphicFramePr>
        <p:xfrm>
          <a:off x="512064" y="976056"/>
          <a:ext cx="8412480" cy="36274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43745">
                  <a:extLst>
                    <a:ext uri="{9D8B030D-6E8A-4147-A177-3AD203B41FA5}">
                      <a16:colId xmlns:a16="http://schemas.microsoft.com/office/drawing/2014/main" val="2008654394"/>
                    </a:ext>
                  </a:extLst>
                </a:gridCol>
                <a:gridCol w="1738278">
                  <a:extLst>
                    <a:ext uri="{9D8B030D-6E8A-4147-A177-3AD203B41FA5}">
                      <a16:colId xmlns:a16="http://schemas.microsoft.com/office/drawing/2014/main" val="3024972181"/>
                    </a:ext>
                  </a:extLst>
                </a:gridCol>
                <a:gridCol w="886716">
                  <a:extLst>
                    <a:ext uri="{9D8B030D-6E8A-4147-A177-3AD203B41FA5}">
                      <a16:colId xmlns:a16="http://schemas.microsoft.com/office/drawing/2014/main" val="420126355"/>
                    </a:ext>
                  </a:extLst>
                </a:gridCol>
                <a:gridCol w="1145309">
                  <a:extLst>
                    <a:ext uri="{9D8B030D-6E8A-4147-A177-3AD203B41FA5}">
                      <a16:colId xmlns:a16="http://schemas.microsoft.com/office/drawing/2014/main" val="1428360865"/>
                    </a:ext>
                  </a:extLst>
                </a:gridCol>
                <a:gridCol w="2398432">
                  <a:extLst>
                    <a:ext uri="{9D8B030D-6E8A-4147-A177-3AD203B41FA5}">
                      <a16:colId xmlns:a16="http://schemas.microsoft.com/office/drawing/2014/main" val="3954773740"/>
                    </a:ext>
                  </a:extLst>
                </a:gridCol>
              </a:tblGrid>
              <a:tr h="147336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Thuộc tính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7034" marR="6703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Kiểu dữ liệu</a:t>
                      </a:r>
                      <a:endParaRPr lang="vi-VN" sz="1200" kern="150">
                        <a:effectLst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(Độ rộng)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7034" marR="6703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Ràng buộc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7034" marR="6703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Khóa chính/ Khóa ngoại (PK/FK)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7034" marR="6703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Mô tả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7034" marR="67034" marT="0" marB="0" anchor="ctr"/>
                </a:tc>
                <a:extLst>
                  <a:ext uri="{0D108BD9-81ED-4DB2-BD59-A6C34878D82A}">
                    <a16:rowId xmlns:a16="http://schemas.microsoft.com/office/drawing/2014/main" val="4077626164"/>
                  </a:ext>
                </a:extLst>
              </a:tr>
              <a:tr h="27165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VatChatID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7034" marR="6703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1300" kern="150">
                          <a:effectLst/>
                        </a:rPr>
                        <a:t>Vachar(50)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7034" marR="6703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Not null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7034" marR="6703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PK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7034" marR="6703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ID</a:t>
                      </a:r>
                      <a:r>
                        <a:rPr lang="vi-VN" sz="1300" kern="150">
                          <a:effectLst/>
                        </a:rPr>
                        <a:t> vật chất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7034" marR="67034" marT="0" marB="0"/>
                </a:tc>
                <a:extLst>
                  <a:ext uri="{0D108BD9-81ED-4DB2-BD59-A6C34878D82A}">
                    <a16:rowId xmlns:a16="http://schemas.microsoft.com/office/drawing/2014/main" val="1125104854"/>
                  </a:ext>
                </a:extLst>
              </a:tr>
              <a:tr h="27165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1300" kern="150">
                          <a:effectLst/>
                        </a:rPr>
                        <a:t>TraiPigID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7034" marR="6703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Vachar(50)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7034" marR="6703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Not</a:t>
                      </a:r>
                      <a:r>
                        <a:rPr lang="vi-VN" sz="1300" kern="150">
                          <a:effectLst/>
                        </a:rPr>
                        <a:t> null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7034" marR="6703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FK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7034" marR="6703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ID</a:t>
                      </a:r>
                      <a:r>
                        <a:rPr lang="vi-VN" sz="1300" kern="150">
                          <a:effectLst/>
                        </a:rPr>
                        <a:t> Trại lợn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7034" marR="67034" marT="0" marB="0"/>
                </a:tc>
                <a:extLst>
                  <a:ext uri="{0D108BD9-81ED-4DB2-BD59-A6C34878D82A}">
                    <a16:rowId xmlns:a16="http://schemas.microsoft.com/office/drawing/2014/main" val="2667217567"/>
                  </a:ext>
                </a:extLst>
              </a:tr>
              <a:tr h="27165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1300" kern="150">
                          <a:effectLst/>
                        </a:rPr>
                        <a:t>PigID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7034" marR="6703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Vachar(50)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7034" marR="6703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Not null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7034" marR="6703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FK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7034" marR="6703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ID</a:t>
                      </a:r>
                      <a:r>
                        <a:rPr lang="vi-VN" sz="1300" kern="150">
                          <a:effectLst/>
                        </a:rPr>
                        <a:t> lợn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7034" marR="67034" marT="0" marB="0"/>
                </a:tc>
                <a:extLst>
                  <a:ext uri="{0D108BD9-81ED-4DB2-BD59-A6C34878D82A}">
                    <a16:rowId xmlns:a16="http://schemas.microsoft.com/office/drawing/2014/main" val="970503865"/>
                  </a:ext>
                </a:extLst>
              </a:tr>
              <a:tr h="27165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1300" kern="150">
                          <a:effectLst/>
                        </a:rPr>
                        <a:t>TrangThaiTrai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7034" marR="6703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Vachar(50)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7034" marR="6703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Null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7034" marR="6703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 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7034" marR="6703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1300" kern="150">
                          <a:effectLst/>
                        </a:rPr>
                        <a:t>Trạng thái trại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7034" marR="67034" marT="0" marB="0"/>
                </a:tc>
                <a:extLst>
                  <a:ext uri="{0D108BD9-81ED-4DB2-BD59-A6C34878D82A}">
                    <a16:rowId xmlns:a16="http://schemas.microsoft.com/office/drawing/2014/main" val="1004530936"/>
                  </a:ext>
                </a:extLst>
              </a:tr>
              <a:tr h="29257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1400" b="1" i="0" u="none" strike="noStrike" cap="none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NgayBaoDuongGanNhat</a:t>
                      </a:r>
                      <a:endParaRPr lang="vi-VN" sz="1200" kern="150">
                        <a:effectLst/>
                        <a:latin typeface="+mj-lt"/>
                        <a:ea typeface="Noto Sans CJK SC"/>
                        <a:cs typeface="Lohit Devanagari"/>
                      </a:endParaRPr>
                    </a:p>
                  </a:txBody>
                  <a:tcPr marL="67034" marR="6703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1200" kern="150">
                          <a:effectLst/>
                          <a:highlight>
                            <a:srgbClr val="FFFFFF"/>
                          </a:highlight>
                        </a:rPr>
                        <a:t>DATE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7034" marR="6703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50">
                          <a:effectLst/>
                        </a:rPr>
                        <a:t>Null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7034" marR="6703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50">
                          <a:effectLst/>
                        </a:rPr>
                        <a:t> 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7034" marR="6703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1200" kern="150">
                          <a:effectLst/>
                        </a:rPr>
                        <a:t>Ngày bảo dưỡng gần nhất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7034" marR="67034" marT="0" marB="0"/>
                </a:tc>
                <a:extLst>
                  <a:ext uri="{0D108BD9-81ED-4DB2-BD59-A6C34878D82A}">
                    <a16:rowId xmlns:a16="http://schemas.microsoft.com/office/drawing/2014/main" val="874819529"/>
                  </a:ext>
                </a:extLst>
              </a:tr>
              <a:tr h="25092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1200" kern="15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ea typeface="Calibri" panose="020F0502020204030204" pitchFamily="34" charset="0"/>
                          <a:cs typeface="Lohit Devanagari"/>
                        </a:rPr>
                        <a:t>NgayDuKienBaoDuong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1200" kern="150">
                          <a:effectLst/>
                          <a:highlight>
                            <a:srgbClr val="FFFFFF"/>
                          </a:highlight>
                        </a:rPr>
                        <a:t>DATE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7034" marR="6703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50">
                          <a:effectLst/>
                        </a:rPr>
                        <a:t>Null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7034" marR="6703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50">
                          <a:effectLst/>
                        </a:rPr>
                        <a:t> 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7034" marR="6703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1200" kern="150">
                          <a:effectLst/>
                        </a:rPr>
                        <a:t>Ngày dự kiến bảo dưỡng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7034" marR="67034" marT="0" marB="0"/>
                </a:tc>
                <a:extLst>
                  <a:ext uri="{0D108BD9-81ED-4DB2-BD59-A6C34878D82A}">
                    <a16:rowId xmlns:a16="http://schemas.microsoft.com/office/drawing/2014/main" val="1736669361"/>
                  </a:ext>
                </a:extLst>
              </a:tr>
              <a:tr h="52395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1200" kern="15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ea typeface="Calibri" panose="020F0502020204030204" pitchFamily="34" charset="0"/>
                          <a:cs typeface="Lohit Devanagari"/>
                        </a:rPr>
                        <a:t>GhiChu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1200" kern="150">
                          <a:effectLst/>
                          <a:highlight>
                            <a:srgbClr val="FFFFFF"/>
                          </a:highlight>
                        </a:rPr>
                        <a:t>NVARCHAR(MAX)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7034" marR="6703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50">
                          <a:effectLst/>
                        </a:rPr>
                        <a:t>Null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7034" marR="6703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50">
                          <a:effectLst/>
                        </a:rPr>
                        <a:t> 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7034" marR="6703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1200" kern="150">
                          <a:effectLst/>
                        </a:rPr>
                        <a:t>Ghi chú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7034" marR="67034" marT="0" marB="0" anchor="ctr"/>
                </a:tc>
                <a:extLst>
                  <a:ext uri="{0D108BD9-81ED-4DB2-BD59-A6C34878D82A}">
                    <a16:rowId xmlns:a16="http://schemas.microsoft.com/office/drawing/2014/main" val="2573078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2437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2964A-E2C5-804C-9960-21811DB39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7D103A8-208B-555D-8A9B-F4E29FA17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Bảng FarmPig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07624AE-7045-57E3-CDC2-714204911A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2334277"/>
              </p:ext>
            </p:extLst>
          </p:nvPr>
        </p:nvGraphicFramePr>
        <p:xfrm>
          <a:off x="438912" y="1698625"/>
          <a:ext cx="8436863" cy="274567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28709">
                  <a:extLst>
                    <a:ext uri="{9D8B030D-6E8A-4147-A177-3AD203B41FA5}">
                      <a16:colId xmlns:a16="http://schemas.microsoft.com/office/drawing/2014/main" val="4108221479"/>
                    </a:ext>
                  </a:extLst>
                </a:gridCol>
                <a:gridCol w="1753275">
                  <a:extLst>
                    <a:ext uri="{9D8B030D-6E8A-4147-A177-3AD203B41FA5}">
                      <a16:colId xmlns:a16="http://schemas.microsoft.com/office/drawing/2014/main" val="333594445"/>
                    </a:ext>
                  </a:extLst>
                </a:gridCol>
                <a:gridCol w="865632">
                  <a:extLst>
                    <a:ext uri="{9D8B030D-6E8A-4147-A177-3AD203B41FA5}">
                      <a16:colId xmlns:a16="http://schemas.microsoft.com/office/drawing/2014/main" val="2503290532"/>
                    </a:ext>
                  </a:extLst>
                </a:gridCol>
                <a:gridCol w="1222797">
                  <a:extLst>
                    <a:ext uri="{9D8B030D-6E8A-4147-A177-3AD203B41FA5}">
                      <a16:colId xmlns:a16="http://schemas.microsoft.com/office/drawing/2014/main" val="3023905072"/>
                    </a:ext>
                  </a:extLst>
                </a:gridCol>
                <a:gridCol w="2666450">
                  <a:extLst>
                    <a:ext uri="{9D8B030D-6E8A-4147-A177-3AD203B41FA5}">
                      <a16:colId xmlns:a16="http://schemas.microsoft.com/office/drawing/2014/main" val="29928475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Thuộc tính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Kiểu dữ liệu</a:t>
                      </a:r>
                      <a:endParaRPr lang="vi-VN" sz="1200" kern="150">
                        <a:effectLst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(Độ rộng)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Ràng buộc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Khóa chính/ Khóa ngoại (PK/FK)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Mô tả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73754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1300" kern="150">
                          <a:effectLst/>
                        </a:rPr>
                        <a:t>TraiPigID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1300" kern="150">
                          <a:effectLst/>
                        </a:rPr>
                        <a:t>Vachar(50)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Not null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PK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Trại</a:t>
                      </a:r>
                      <a:r>
                        <a:rPr lang="vi-VN" sz="1300" kern="150">
                          <a:effectLst/>
                        </a:rPr>
                        <a:t> Pig ID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35877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1300" kern="150">
                          <a:effectLst/>
                        </a:rPr>
                        <a:t>TenTrai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Vachar(50)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1300" kern="150">
                          <a:effectLst/>
                        </a:rPr>
                        <a:t>Null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vi-VN" sz="1300" kern="150">
                          <a:effectLst/>
                        </a:rPr>
                        <a:t> 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1300" kern="150">
                          <a:effectLst/>
                        </a:rPr>
                        <a:t>Tên Trại lợn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25718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1300" kern="150">
                          <a:effectLst/>
                        </a:rPr>
                        <a:t>DiaChi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Vachar(50)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Null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 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Địa</a:t>
                      </a:r>
                      <a:r>
                        <a:rPr lang="vi-VN" sz="1300" kern="150">
                          <a:effectLst/>
                        </a:rPr>
                        <a:t> chỉ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04926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1300" kern="150">
                          <a:effectLst/>
                        </a:rPr>
                        <a:t>TenChuongTrai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Vachar(50)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Null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 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1300" kern="150">
                          <a:effectLst/>
                        </a:rPr>
                        <a:t>Trạng thái trại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670701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1400" b="1" i="0" u="none" strike="noStrike" cap="none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TrangThaiTrai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Vachar(50)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Null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 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1300" kern="150">
                          <a:effectLst/>
                        </a:rPr>
                        <a:t>Trang Thái Trại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022483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1400" b="1" i="0" u="none" strike="noStrike" cap="none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SoLuong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1300" kern="150">
                          <a:effectLst/>
                        </a:rPr>
                        <a:t>Int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Null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 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1300" kern="150">
                          <a:effectLst/>
                        </a:rPr>
                        <a:t>Số lượng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47969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1400" b="1" i="0" u="none" strike="noStrike" cap="none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GhiChu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1300" kern="150">
                          <a:effectLst/>
                          <a:highlight>
                            <a:srgbClr val="FFFFFF"/>
                          </a:highlight>
                        </a:rPr>
                        <a:t>NVARCHAR(MAX)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Null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kern="150">
                          <a:effectLst/>
                        </a:rPr>
                        <a:t> 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vi-VN" sz="1300" kern="150">
                          <a:effectLst/>
                        </a:rPr>
                        <a:t>Ghi chú</a:t>
                      </a:r>
                      <a:endParaRPr lang="vi-VN" sz="1200" kern="150">
                        <a:effectLst/>
                        <a:latin typeface="Liberation Serif"/>
                        <a:ea typeface="Noto Sans CJK SC"/>
                        <a:cs typeface="Lohit Devanagari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748612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00090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2C9CD-444D-5719-09EE-6CB2341C8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367D69-A865-E435-983F-FBD8A6616A0B}"/>
              </a:ext>
            </a:extLst>
          </p:cNvPr>
          <p:cNvSpPr txBox="1"/>
          <p:nvPr/>
        </p:nvSpPr>
        <p:spPr>
          <a:xfrm>
            <a:off x="2162559" y="657408"/>
            <a:ext cx="55771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2800" b="1"/>
              <a:t>Mô hình quan hệ giữa các bảng</a:t>
            </a: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957A956B-E583-9879-D303-CE059BE395D9}"/>
              </a:ext>
            </a:extLst>
          </p:cNvPr>
          <p:cNvSpPr/>
          <p:nvPr/>
        </p:nvSpPr>
        <p:spPr>
          <a:xfrm>
            <a:off x="-689576" y="97145"/>
            <a:ext cx="10998937" cy="830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761970">
              <a:spcBef>
                <a:spcPts val="600"/>
              </a:spcBef>
              <a:spcAft>
                <a:spcPts val="600"/>
              </a:spcAft>
            </a:pPr>
            <a:r>
              <a:rPr lang="vi-VN" sz="2800">
                <a:latin typeface="Arial" panose="020B0604020202020204" pitchFamily="34" charset="0"/>
                <a:cs typeface="Arial" panose="020B0604020202020204" pitchFamily="34" charset="0"/>
              </a:rPr>
              <a:t>Cấu trúc của cơ sở dữ liệu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4AD5614-BE50-6008-61D8-D0D3B89C3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384" y="1285154"/>
            <a:ext cx="7486187" cy="3761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2658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547A4-33DD-B3A1-1041-B5A72DD70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6D5DC6D-8FA8-8ED2-5159-061CFB43E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vi-VN" sz="3200" b="1" spc="-5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endParaRPr lang="vi-VN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58E5CAC-D853-4373-421A-3172B11F4C75}"/>
              </a:ext>
            </a:extLst>
          </p:cNvPr>
          <p:cNvSpPr/>
          <p:nvPr/>
        </p:nvSpPr>
        <p:spPr>
          <a:xfrm>
            <a:off x="914400" y="343920"/>
            <a:ext cx="7456449" cy="4259580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5400" b="1" spc="-5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III. Các chức năng chính.</a:t>
            </a:r>
            <a:endParaRPr lang="vi-VN" sz="5400"/>
          </a:p>
        </p:txBody>
      </p:sp>
    </p:spTree>
    <p:extLst>
      <p:ext uri="{BB962C8B-B14F-4D97-AF65-F5344CB8AC3E}">
        <p14:creationId xmlns:p14="http://schemas.microsoft.com/office/powerpoint/2010/main" val="16464905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A5C45-A41B-BAEC-8292-45B297BCC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B478F1C-4956-741D-1549-5ABF6C966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1184" y="93701"/>
            <a:ext cx="7702550" cy="411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spcBef>
                <a:spcPts val="600"/>
              </a:spcBef>
              <a:spcAft>
                <a:spcPts val="600"/>
              </a:spcAft>
              <a:defRPr/>
            </a:pPr>
            <a:r>
              <a:rPr lang="vi-VN" sz="4800" b="1" spc="-5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III. Các chức năng chính.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C5107D6-E613-3906-A935-0EF721FB4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878" y="719170"/>
            <a:ext cx="8415454" cy="4424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2006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408B7-B560-8B19-49AD-697D6F44C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0A63A0B-4B6A-0C0C-78C4-17067ED79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671" y="0"/>
            <a:ext cx="7702550" cy="411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spcBef>
                <a:spcPts val="600"/>
              </a:spcBef>
              <a:spcAft>
                <a:spcPts val="600"/>
              </a:spcAft>
              <a:defRPr/>
            </a:pPr>
            <a:r>
              <a:rPr lang="vi-VN" sz="4800" b="1" spc="-5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III. Các chức năng chính.</a:t>
            </a:r>
          </a:p>
        </p:txBody>
      </p:sp>
      <p:pic>
        <p:nvPicPr>
          <p:cNvPr id="4" name="Picture 3" descr="A screenshot of a black and white diagram&#10;&#10;AI-generated content may be incorrect.">
            <a:extLst>
              <a:ext uri="{FF2B5EF4-FFF2-40B4-BE49-F238E27FC236}">
                <a16:creationId xmlns:a16="http://schemas.microsoft.com/office/drawing/2014/main" id="{E0F72864-6BC7-488D-17C8-25500FD1D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777" y="599521"/>
            <a:ext cx="7134271" cy="4573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1796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74AEF-5AE6-8943-55EE-CA229F7BE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64F76F0-6B0C-DE91-F6EE-6977B4684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vi-VN" sz="3200" b="1" spc="-5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endParaRPr lang="vi-VN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BE18C0C-AC82-8F83-AB38-DB03F082B9A5}"/>
              </a:ext>
            </a:extLst>
          </p:cNvPr>
          <p:cNvSpPr/>
          <p:nvPr/>
        </p:nvSpPr>
        <p:spPr>
          <a:xfrm>
            <a:off x="811440" y="441960"/>
            <a:ext cx="7702550" cy="4259580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6000" b="1" spc="-5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IV. Lợi ích và tiềm năng đem lại.</a:t>
            </a:r>
            <a:endParaRPr lang="vi-VN" sz="6000"/>
          </a:p>
        </p:txBody>
      </p:sp>
    </p:spTree>
    <p:extLst>
      <p:ext uri="{BB962C8B-B14F-4D97-AF65-F5344CB8AC3E}">
        <p14:creationId xmlns:p14="http://schemas.microsoft.com/office/powerpoint/2010/main" val="41764251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C3564-897B-08E5-90E6-EF7C55505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E498926-4198-33AA-3DD8-785AB0A7D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420" y="123688"/>
            <a:ext cx="7704000" cy="410400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vi-VN" sz="2800" b="1" spc="-5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IV. Lợi ích và tiềm năng đem lại.</a:t>
            </a:r>
          </a:p>
        </p:txBody>
      </p:sp>
      <p:pic>
        <p:nvPicPr>
          <p:cNvPr id="3" name="Picture 2" descr="A circular diagram with text and symbols&#10;&#10;AI-generated content may be incorrect.">
            <a:extLst>
              <a:ext uri="{FF2B5EF4-FFF2-40B4-BE49-F238E27FC236}">
                <a16:creationId xmlns:a16="http://schemas.microsoft.com/office/drawing/2014/main" id="{28B30DDB-F8B8-E04D-7549-9EA73BC47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176" y="586815"/>
            <a:ext cx="6965795" cy="4432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9249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E69F3-9923-0076-D169-58DDE3333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CA396A6-47DC-9A77-E555-2BFBF0FF7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vi-VN" sz="3200" b="1" spc="-5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endParaRPr lang="vi-VN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4B4EAD4-8E6F-1FAF-D4BB-9FCCD69E2C1F}"/>
              </a:ext>
            </a:extLst>
          </p:cNvPr>
          <p:cNvSpPr/>
          <p:nvPr/>
        </p:nvSpPr>
        <p:spPr>
          <a:xfrm>
            <a:off x="811440" y="441960"/>
            <a:ext cx="7702550" cy="4259580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  <a:defRPr/>
            </a:pPr>
            <a:r>
              <a:rPr lang="vi-VN" sz="6000" b="1" spc="-5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V. Các chức năng phát triển thêm trong tương lai</a:t>
            </a:r>
          </a:p>
        </p:txBody>
      </p:sp>
    </p:spTree>
    <p:extLst>
      <p:ext uri="{BB962C8B-B14F-4D97-AF65-F5344CB8AC3E}">
        <p14:creationId xmlns:p14="http://schemas.microsoft.com/office/powerpoint/2010/main" val="19299453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8CB87-7314-B6F7-6CB5-7A3CCF879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7C9AE4F-8C06-31AD-1448-731F5B876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vi-VN" sz="3200" b="1" spc="-5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endParaRPr lang="vi-VN"/>
          </a:p>
        </p:txBody>
      </p:sp>
      <p:pic>
        <p:nvPicPr>
          <p:cNvPr id="6" name="Picture 5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335049F4-9FE0-7A56-8907-22547C0A08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313348"/>
            <a:ext cx="7886700" cy="3829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2352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E030E-B8FC-86CB-AE61-A8363E87C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5A78AB0-D2F8-0C63-70BE-C6D77733B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vi-VN" sz="3200" b="1" spc="-5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endParaRPr lang="vi-VN"/>
          </a:p>
        </p:txBody>
      </p:sp>
      <p:pic>
        <p:nvPicPr>
          <p:cNvPr id="4" name="Picture 3" descr="A screenshot of a phone&#10;&#10;AI-generated content may be incorrect.">
            <a:extLst>
              <a:ext uri="{FF2B5EF4-FFF2-40B4-BE49-F238E27FC236}">
                <a16:creationId xmlns:a16="http://schemas.microsoft.com/office/drawing/2014/main" id="{474D1B12-267A-C8D0-85DE-FC3D3C73C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4092"/>
            <a:ext cx="8686800" cy="4575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0611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CCC9B-08B8-6AF2-42E7-8396E570C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83ABF38-F732-BDFE-F0A6-EF8A7B1B1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vi-VN" sz="3200" b="1" spc="-5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endParaRPr lang="vi-VN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FA11216-C2F1-CE6D-15D6-AF596B4CE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98" y="0"/>
            <a:ext cx="737980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5843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BCE33-DD9A-8274-CDF1-61C85566D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C1CBCBE-7089-90B0-CF3B-329264B44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5122" name="Picture 2" descr="Mẫu slide cảm ơn chuyên nghiệp, ấn tượng, hài hước cho Powerpoint">
            <a:extLst>
              <a:ext uri="{FF2B5EF4-FFF2-40B4-BE49-F238E27FC236}">
                <a16:creationId xmlns:a16="http://schemas.microsoft.com/office/drawing/2014/main" id="{2C23E488-2831-8802-6937-25BC6D6BDB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" b="97000" l="563" r="98188">
                        <a14:foregroundMark x1="63250" y1="67700" x2="63250" y2="67700"/>
                        <a14:foregroundMark x1="63250" y1="67700" x2="64188" y2="56300"/>
                        <a14:foregroundMark x1="64188" y1="56300" x2="65750" y2="65800"/>
                        <a14:foregroundMark x1="65750" y1="65800" x2="66313" y2="58400"/>
                        <a14:foregroundMark x1="66313" y1="58400" x2="66313" y2="58400"/>
                        <a14:foregroundMark x1="75313" y1="44300" x2="75313" y2="44300"/>
                        <a14:foregroundMark x1="75313" y1="44300" x2="75313" y2="44300"/>
                        <a14:foregroundMark x1="83000" y1="45200" x2="83000" y2="45200"/>
                        <a14:foregroundMark x1="83000" y1="45200" x2="83000" y2="45200"/>
                        <a14:foregroundMark x1="83000" y1="45200" x2="81563" y2="45000"/>
                        <a14:foregroundMark x1="81563" y1="45000" x2="81563" y2="45000"/>
                        <a14:foregroundMark x1="81563" y1="45000" x2="81563" y2="45000"/>
                        <a14:foregroundMark x1="81563" y1="45000" x2="81563" y2="45000"/>
                        <a14:foregroundMark x1="42500" y1="42400" x2="42500" y2="42400"/>
                        <a14:foregroundMark x1="42500" y1="42400" x2="42500" y2="42400"/>
                        <a14:foregroundMark x1="42500" y1="42400" x2="42500" y2="42400"/>
                        <a14:foregroundMark x1="42500" y1="42400" x2="42500" y2="42400"/>
                        <a14:foregroundMark x1="42500" y1="42400" x2="42500" y2="42400"/>
                        <a14:foregroundMark x1="48188" y1="38400" x2="48188" y2="38400"/>
                        <a14:foregroundMark x1="48188" y1="38400" x2="48188" y2="38400"/>
                        <a14:foregroundMark x1="48188" y1="38400" x2="48188" y2="38400"/>
                        <a14:foregroundMark x1="44000" y1="25000" x2="44000" y2="25000"/>
                        <a14:foregroundMark x1="44000" y1="25000" x2="44000" y2="25000"/>
                        <a14:foregroundMark x1="44000" y1="25000" x2="44000" y2="25000"/>
                        <a14:foregroundMark x1="44000" y1="25000" x2="44000" y2="25000"/>
                        <a14:foregroundMark x1="44000" y1="25000" x2="44000" y2="25000"/>
                        <a14:foregroundMark x1="44000" y1="25000" x2="44000" y2="25000"/>
                        <a14:foregroundMark x1="44000" y1="25000" x2="44000" y2="25000"/>
                        <a14:foregroundMark x1="44000" y1="25000" x2="44000" y2="25000"/>
                        <a14:foregroundMark x1="44000" y1="25000" x2="44000" y2="25000"/>
                        <a14:foregroundMark x1="44000" y1="25000" x2="44000" y2="25000"/>
                        <a14:foregroundMark x1="44000" y1="25000" x2="44000" y2="25000"/>
                        <a14:foregroundMark x1="44000" y1="25000" x2="44000" y2="25000"/>
                        <a14:foregroundMark x1="44000" y1="25000" x2="51812" y2="25800"/>
                        <a14:foregroundMark x1="51812" y1="25800" x2="51812" y2="25800"/>
                        <a14:foregroundMark x1="51812" y1="25800" x2="51812" y2="25800"/>
                        <a14:foregroundMark x1="51812" y1="25800" x2="51812" y2="25800"/>
                        <a14:foregroundMark x1="51812" y1="25800" x2="51812" y2="25800"/>
                        <a14:foregroundMark x1="51812" y1="25800" x2="51812" y2="25800"/>
                        <a14:foregroundMark x1="563" y1="1000" x2="87875" y2="21100"/>
                        <a14:foregroundMark x1="83688" y1="9700" x2="81375" y2="26900"/>
                        <a14:foregroundMark x1="81375" y1="26900" x2="61875" y2="64800"/>
                        <a14:foregroundMark x1="61875" y1="64800" x2="17625" y2="85700"/>
                        <a14:foregroundMark x1="6813" y1="34800" x2="23438" y2="86300"/>
                        <a14:foregroundMark x1="14063" y1="73300" x2="30062" y2="96800"/>
                        <a14:foregroundMark x1="30062" y1="96800" x2="30875" y2="97000"/>
                        <a14:foregroundMark x1="51625" y1="89200" x2="90188" y2="64900"/>
                        <a14:foregroundMark x1="98188" y1="8700" x2="93250" y2="837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1"/>
            <a:ext cx="9144001" cy="5152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6651612"/>
      </p:ext>
    </p:extLst>
  </p:cSld>
  <p:clrMapOvr>
    <a:masterClrMapping/>
  </p:clrMapOvr>
</p:sld>
</file>

<file path=ppt/theme/theme1.xml><?xml version="1.0" encoding="utf-8"?>
<a:theme xmlns:a="http://schemas.openxmlformats.org/drawingml/2006/main" name="Learning on Chinese Language Day! by Slidesgo">
  <a:themeElements>
    <a:clrScheme name="Simple Light">
      <a:dk1>
        <a:srgbClr val="1A1F36"/>
      </a:dk1>
      <a:lt1>
        <a:srgbClr val="FFFFFF"/>
      </a:lt1>
      <a:dk2>
        <a:srgbClr val="DC4926"/>
      </a:dk2>
      <a:lt2>
        <a:srgbClr val="E27926"/>
      </a:lt2>
      <a:accent1>
        <a:srgbClr val="E5BA00"/>
      </a:accent1>
      <a:accent2>
        <a:srgbClr val="FACB03"/>
      </a:accent2>
      <a:accent3>
        <a:srgbClr val="B2739B"/>
      </a:accent3>
      <a:accent4>
        <a:srgbClr val="E27489"/>
      </a:accent4>
      <a:accent5>
        <a:srgbClr val="52B0A7"/>
      </a:accent5>
      <a:accent6>
        <a:srgbClr val="B91A1B"/>
      </a:accent6>
      <a:hlink>
        <a:srgbClr val="1A1F3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</TotalTime>
  <Words>706</Words>
  <Application>Microsoft Office PowerPoint</Application>
  <PresentationFormat>On-screen Show (16:9)</PresentationFormat>
  <Paragraphs>267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Liberation Serif</vt:lpstr>
      <vt:lpstr>Arial</vt:lpstr>
      <vt:lpstr>Times New Roman</vt:lpstr>
      <vt:lpstr>Londrina Solid</vt:lpstr>
      <vt:lpstr>Spartan SemiBold</vt:lpstr>
      <vt:lpstr>Learning on Chinese Language Day! by Slidesgo</vt:lpstr>
      <vt:lpstr>PowerPoint Presentation</vt:lpstr>
      <vt:lpstr>PowerPoint Presentation</vt:lpstr>
      <vt:lpstr>I.Mở đầu</vt:lpstr>
      <vt:lpstr>I.Mở đầu. </vt:lpstr>
      <vt:lpstr> </vt:lpstr>
      <vt:lpstr>Thu thập dữ liệu</vt:lpstr>
      <vt:lpstr>Cấu trúc của cơ sở dữ liệu</vt:lpstr>
      <vt:lpstr>Bảng thức ăn </vt:lpstr>
      <vt:lpstr>Bảng Vacci</vt:lpstr>
      <vt:lpstr>Bảng vật chất</vt:lpstr>
      <vt:lpstr>Bảng FarmPig</vt:lpstr>
      <vt:lpstr>PowerPoint Presentation</vt:lpstr>
      <vt:lpstr> </vt:lpstr>
      <vt:lpstr>III. Các chức năng chính.</vt:lpstr>
      <vt:lpstr>III. Các chức năng chính.</vt:lpstr>
      <vt:lpstr> </vt:lpstr>
      <vt:lpstr>IV. Lợi ích và tiềm năng đem lại.</vt:lpstr>
      <vt:lpstr> </vt:lpstr>
      <vt:lpstr> </vt:lpstr>
      <vt:lpstr> </vt:lpstr>
      <vt:lpstr>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TRƯỜNG ĐẠI HỌC THÁI BÌNH KHOA CÔNG NGHỆ THÔNG TIN</dc:title>
  <dc:creator/>
  <cp:lastModifiedBy>Đức Nguyễn</cp:lastModifiedBy>
  <cp:revision>5</cp:revision>
  <dcterms:created xsi:type="dcterms:W3CDTF">2025-04-13T15:54:11Z</dcterms:created>
  <dcterms:modified xsi:type="dcterms:W3CDTF">2025-05-05T10:30:00Z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B52B765CAF124E1585C908A549497AD2_13</vt:lpwstr>
  </property>
  <property fmtid="{D5CDD505-2E9C-101B-9397-08002B2CF9AE}" pid="3" name="KSOProductBuildVer">
    <vt:lpwstr>1033-12.2.0.20782</vt:lpwstr>
  </property>
</Properties>
</file>