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62" r:id="rId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CAA718-E722-434B-BA8D-32BC94E44F37}" v="1" dt="2025-05-31T08:23:32.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Đức Nguyễn" userId="3126f1b8474e2ef2" providerId="LiveId" clId="{E3CAA718-E722-434B-BA8D-32BC94E44F37}"/>
    <pc:docChg chg="addSld delSld modSld">
      <pc:chgData name="Đức Nguyễn" userId="3126f1b8474e2ef2" providerId="LiveId" clId="{E3CAA718-E722-434B-BA8D-32BC94E44F37}" dt="2025-05-31T08:23:35.739" v="1" actId="47"/>
      <pc:docMkLst>
        <pc:docMk/>
      </pc:docMkLst>
      <pc:sldChg chg="del">
        <pc:chgData name="Đức Nguyễn" userId="3126f1b8474e2ef2" providerId="LiveId" clId="{E3CAA718-E722-434B-BA8D-32BC94E44F37}" dt="2025-05-31T08:23:35.739" v="1" actId="47"/>
        <pc:sldMkLst>
          <pc:docMk/>
          <pc:sldMk cId="2040350145" sldId="256"/>
        </pc:sldMkLst>
      </pc:sldChg>
      <pc:sldChg chg="add setBg">
        <pc:chgData name="Đức Nguyễn" userId="3126f1b8474e2ef2" providerId="LiveId" clId="{E3CAA718-E722-434B-BA8D-32BC94E44F37}" dt="2025-05-31T08:23:32.810" v="0"/>
        <pc:sldMkLst>
          <pc:docMk/>
          <pc:sldMk cId="2150120621" sldId="3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462EB7-3507-4405-A235-A8B6F1BC4A6D}" type="datetimeFigureOut">
              <a:rPr lang="vi-VN" smtClean="0"/>
              <a:t>31/05/2025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D381A-0CCC-430C-8398-B912467278C6}" type="slidenum">
              <a:rPr lang="vi-VN" smtClean="0"/>
              <a:t>‹#›</a:t>
            </a:fld>
            <a:endParaRPr lang="vi-VN"/>
          </a:p>
        </p:txBody>
      </p:sp>
    </p:spTree>
    <p:extLst>
      <p:ext uri="{BB962C8B-B14F-4D97-AF65-F5344CB8AC3E}">
        <p14:creationId xmlns:p14="http://schemas.microsoft.com/office/powerpoint/2010/main" val="262776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Lời đầu tiên em xin kính chúc thầy, cô và các bạn lời chúc sức khỏe và lời chào trân trọng nhất.em xin tự .... Đề tài chúng em thưc hiện ...</a:t>
            </a:r>
          </a:p>
        </p:txBody>
      </p:sp>
      <p:sp>
        <p:nvSpPr>
          <p:cNvPr id="4" name="Date Placeholder 3"/>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2604300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1DFA-4FC8-724D-0CCB-571041232D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AE36BA7F-A5E5-2D36-8531-3B7487F268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F1B616D5-056B-9B75-AE53-FE4153CFB2B4}"/>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5" name="Footer Placeholder 4">
            <a:extLst>
              <a:ext uri="{FF2B5EF4-FFF2-40B4-BE49-F238E27FC236}">
                <a16:creationId xmlns:a16="http://schemas.microsoft.com/office/drawing/2014/main" id="{2CC3EE89-B688-3529-2A2F-F83D879AFC9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C19A131-793A-851D-F050-F3166C4EAC73}"/>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2936519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E21B-3D29-90FA-EBE8-879C092052B4}"/>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352B4141-3ED3-79C5-3CDD-8687BFBE05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05FAAE4-303B-3BBE-3345-2A2CDF4BB973}"/>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5" name="Footer Placeholder 4">
            <a:extLst>
              <a:ext uri="{FF2B5EF4-FFF2-40B4-BE49-F238E27FC236}">
                <a16:creationId xmlns:a16="http://schemas.microsoft.com/office/drawing/2014/main" id="{66E65F73-FD1F-1482-6634-EA3ACB1CCC29}"/>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9DF9550-1666-D927-94CB-FD905EE408C7}"/>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4074840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25EB-C3A7-86E8-554D-4D1BBB3CA9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D971A724-A684-00F1-4D66-4400777323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F98ABA-E743-03FE-6DD2-E11A9F249142}"/>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5" name="Footer Placeholder 4">
            <a:extLst>
              <a:ext uri="{FF2B5EF4-FFF2-40B4-BE49-F238E27FC236}">
                <a16:creationId xmlns:a16="http://schemas.microsoft.com/office/drawing/2014/main" id="{FE29C6C2-F406-0687-BB54-4B5A206E4D6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98AEFF5-676E-B551-6F1F-CBD38A12075D}"/>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4239822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B994-B59A-8D1A-73FC-4099B552C3AA}"/>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798DB21-3B58-25EE-117F-B9A91F1EAD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A841345F-DAFB-E245-FDB9-FCCFD2166F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BD704C5-F7C6-FF8C-773E-2CEDAB2B4D21}"/>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6" name="Footer Placeholder 5">
            <a:extLst>
              <a:ext uri="{FF2B5EF4-FFF2-40B4-BE49-F238E27FC236}">
                <a16:creationId xmlns:a16="http://schemas.microsoft.com/office/drawing/2014/main" id="{C779C581-3529-51F2-DD7F-169DEB00CA7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41329E1B-1F39-6BF5-DDB1-59521CA50C42}"/>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354700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6ED35-694E-B03D-706B-903402B81E1B}"/>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51E2D842-A86E-86D6-EBD8-F81605B81E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F17463-0FC3-F740-1904-5ACA20F87B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8C00BEE4-FA5E-C259-825A-B3ED48829C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4F9483-0E0C-4005-A2B0-5991999687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2C724937-3002-DB6D-9F88-864291720DD6}"/>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8" name="Footer Placeholder 7">
            <a:extLst>
              <a:ext uri="{FF2B5EF4-FFF2-40B4-BE49-F238E27FC236}">
                <a16:creationId xmlns:a16="http://schemas.microsoft.com/office/drawing/2014/main" id="{EB5A6109-9AA4-F666-0010-1B576AA4F64D}"/>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477570D1-2AE4-D939-9C90-2FA1AD8590F3}"/>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4203860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68D5B-9FC1-C4F8-73EB-A8DC28C57CD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DC6539C8-5998-909B-8F5B-882F3F5F1D9F}"/>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4" name="Footer Placeholder 3">
            <a:extLst>
              <a:ext uri="{FF2B5EF4-FFF2-40B4-BE49-F238E27FC236}">
                <a16:creationId xmlns:a16="http://schemas.microsoft.com/office/drawing/2014/main" id="{8D4EAA22-F9C9-9FF8-DCE6-5F9803C86FA1}"/>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5E724A69-7908-4920-6216-0E1862E285F4}"/>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303280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C45ADE-8E2F-E40D-4A3B-E17C0C9CFA0D}"/>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3" name="Footer Placeholder 2">
            <a:extLst>
              <a:ext uri="{FF2B5EF4-FFF2-40B4-BE49-F238E27FC236}">
                <a16:creationId xmlns:a16="http://schemas.microsoft.com/office/drawing/2014/main" id="{523B2C31-4C41-2BCA-3D13-DBC785782003}"/>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3F7C9FF2-F90F-1A47-5DC5-BC4D31D8926E}"/>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1269131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50E49-D7CD-0C03-82E4-67959BC7EA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15EB1654-EE24-E21F-22CF-84C7591AE5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8188A24B-47A4-BE19-51FE-DE13440BCB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C33C1D-44C6-6EEE-16C4-D5F49F1C1807}"/>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6" name="Footer Placeholder 5">
            <a:extLst>
              <a:ext uri="{FF2B5EF4-FFF2-40B4-BE49-F238E27FC236}">
                <a16:creationId xmlns:a16="http://schemas.microsoft.com/office/drawing/2014/main" id="{624F3BC1-2CA9-B409-063E-4CAA332627F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418F7B5D-321A-5FCA-AB3E-4A01DEF665B1}"/>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24497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E72B2-6D59-6D38-D235-EBABBB2072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9C61BAA9-9182-53E1-0915-915A49365D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BAB1027E-EB49-78B9-7C41-2B75F1FE3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CFEE8-8065-D637-B371-E49967AEAAC1}"/>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6" name="Footer Placeholder 5">
            <a:extLst>
              <a:ext uri="{FF2B5EF4-FFF2-40B4-BE49-F238E27FC236}">
                <a16:creationId xmlns:a16="http://schemas.microsoft.com/office/drawing/2014/main" id="{699173B0-01CF-ED24-D00A-E55CB1B7FDE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E765346-0312-D3B9-02F2-8DBA6E6E3F3B}"/>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3074445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260BB-47CE-3AC6-30EA-1ADD68D57A9B}"/>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ABBE3CD4-EDC5-E3DE-F906-F38273A148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1CBFD78-5169-1BB5-A55F-FE3C20FA6C42}"/>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5" name="Footer Placeholder 4">
            <a:extLst>
              <a:ext uri="{FF2B5EF4-FFF2-40B4-BE49-F238E27FC236}">
                <a16:creationId xmlns:a16="http://schemas.microsoft.com/office/drawing/2014/main" id="{FE61BD3D-0616-2B57-AF64-D144E3BBB89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374DDA1-4418-8233-90FD-7F35D21A0434}"/>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3563241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C0D906-A3AC-D7ED-79F3-93BA2E2C38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248DF0E-3596-C04D-D454-3D53B02FD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F596740-1079-F752-0D0E-729274FA4AA0}"/>
              </a:ext>
            </a:extLst>
          </p:cNvPr>
          <p:cNvSpPr>
            <a:spLocks noGrp="1"/>
          </p:cNvSpPr>
          <p:nvPr>
            <p:ph type="dt" sz="half" idx="10"/>
          </p:nvPr>
        </p:nvSpPr>
        <p:spPr/>
        <p:txBody>
          <a:bodyPr/>
          <a:lstStyle/>
          <a:p>
            <a:fld id="{0B6289DD-5424-4BE7-B8B8-8BFE2D9D888E}" type="datetimeFigureOut">
              <a:rPr lang="vi-VN" smtClean="0"/>
              <a:t>31/05/2025</a:t>
            </a:fld>
            <a:endParaRPr lang="vi-VN"/>
          </a:p>
        </p:txBody>
      </p:sp>
      <p:sp>
        <p:nvSpPr>
          <p:cNvPr id="5" name="Footer Placeholder 4">
            <a:extLst>
              <a:ext uri="{FF2B5EF4-FFF2-40B4-BE49-F238E27FC236}">
                <a16:creationId xmlns:a16="http://schemas.microsoft.com/office/drawing/2014/main" id="{5925EA7B-3F81-C2D9-A62D-9D19E5E2765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048FE51-4EF6-6734-F1F2-DF9833E17524}"/>
              </a:ext>
            </a:extLst>
          </p:cNvPr>
          <p:cNvSpPr>
            <a:spLocks noGrp="1"/>
          </p:cNvSpPr>
          <p:nvPr>
            <p:ph type="sldNum" sz="quarter" idx="12"/>
          </p:nvPr>
        </p:nvSpPr>
        <p:spPr/>
        <p:txBody>
          <a:bodyPr/>
          <a:lstStyle/>
          <a:p>
            <a:fld id="{C33386C4-B25B-4DEB-82E4-AE797D70E50B}" type="slidenum">
              <a:rPr lang="vi-VN" smtClean="0"/>
              <a:t>‹#›</a:t>
            </a:fld>
            <a:endParaRPr lang="vi-VN"/>
          </a:p>
        </p:txBody>
      </p:sp>
    </p:spTree>
    <p:extLst>
      <p:ext uri="{BB962C8B-B14F-4D97-AF65-F5344CB8AC3E}">
        <p14:creationId xmlns:p14="http://schemas.microsoft.com/office/powerpoint/2010/main" val="1570481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1E4DB2-AF01-0DC6-9587-98E87AE4E0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BFDE027A-F1EC-45E5-9CD2-C9822FC148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981E1B3-5874-2F08-6E3F-E1AEB878E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6289DD-5424-4BE7-B8B8-8BFE2D9D888E}" type="datetimeFigureOut">
              <a:rPr lang="vi-VN" smtClean="0"/>
              <a:t>31/05/2025</a:t>
            </a:fld>
            <a:endParaRPr lang="vi-VN"/>
          </a:p>
        </p:txBody>
      </p:sp>
      <p:sp>
        <p:nvSpPr>
          <p:cNvPr id="5" name="Footer Placeholder 4">
            <a:extLst>
              <a:ext uri="{FF2B5EF4-FFF2-40B4-BE49-F238E27FC236}">
                <a16:creationId xmlns:a16="http://schemas.microsoft.com/office/drawing/2014/main" id="{53D7A402-36DC-8812-CBB4-3A71A7CCDA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D5F406EF-1112-D896-1B27-6CF0FF3A6D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3386C4-B25B-4DEB-82E4-AE797D70E50B}" type="slidenum">
              <a:rPr lang="vi-VN" smtClean="0"/>
              <a:t>‹#›</a:t>
            </a:fld>
            <a:endParaRPr lang="vi-VN"/>
          </a:p>
        </p:txBody>
      </p:sp>
    </p:spTree>
    <p:extLst>
      <p:ext uri="{BB962C8B-B14F-4D97-AF65-F5344CB8AC3E}">
        <p14:creationId xmlns:p14="http://schemas.microsoft.com/office/powerpoint/2010/main" val="2789740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ECA7A60-5EA6-4A94-90D0-C251C765106A}"/>
              </a:ext>
            </a:extLst>
          </p:cNvPr>
          <p:cNvSpPr txBox="1"/>
          <p:nvPr/>
        </p:nvSpPr>
        <p:spPr>
          <a:xfrm>
            <a:off x="5803509" y="3575567"/>
            <a:ext cx="5188524" cy="2554545"/>
          </a:xfrm>
          <a:prstGeom prst="rect">
            <a:avLst/>
          </a:prstGeom>
          <a:noFill/>
        </p:spPr>
        <p:txBody>
          <a:bodyPr wrap="square" rtlCol="0">
            <a:spAutoFit/>
          </a:bodyPr>
          <a:lstStyle/>
          <a:p>
            <a:pPr algn="ctr">
              <a:spcBef>
                <a:spcPts val="600"/>
              </a:spcBef>
              <a:spcAft>
                <a:spcPts val="600"/>
              </a:spcAft>
            </a:pPr>
            <a:r>
              <a:rPr lang="vi-VN" sz="2000" b="1"/>
              <a:t>NHÓM SINH VIÊN THỰC HIỆN:</a:t>
            </a:r>
          </a:p>
          <a:p>
            <a:pPr algn="ctr">
              <a:spcBef>
                <a:spcPts val="600"/>
              </a:spcBef>
              <a:spcAft>
                <a:spcPts val="600"/>
              </a:spcAft>
            </a:pPr>
            <a:br>
              <a:rPr lang="vi-VN" sz="2000" b="1"/>
            </a:br>
            <a:r>
              <a:rPr lang="vi-VN" sz="2000" b="1"/>
              <a:t>Đặng Văn Hiểu – 2200249</a:t>
            </a:r>
            <a:br>
              <a:rPr lang="vi-VN" sz="2000" b="1"/>
            </a:br>
            <a:r>
              <a:rPr lang="vi-VN" sz="2000"/>
              <a:t>Nguyễn Văn Trung – 2200419</a:t>
            </a:r>
            <a:br>
              <a:rPr lang="vi-VN" sz="2000"/>
            </a:br>
            <a:r>
              <a:rPr lang="vi-VN" sz="2000"/>
              <a:t>Phạm Minh Hoàn – 2200414</a:t>
            </a:r>
            <a:br>
              <a:rPr lang="vi-VN" sz="2000"/>
            </a:br>
            <a:r>
              <a:rPr lang="vi-VN" sz="2000"/>
              <a:t>Nguyễn Quang Đức – 2200439</a:t>
            </a:r>
          </a:p>
          <a:p>
            <a:pPr algn="ctr">
              <a:spcBef>
                <a:spcPts val="600"/>
              </a:spcBef>
              <a:spcAft>
                <a:spcPts val="600"/>
              </a:spcAft>
            </a:pPr>
            <a:r>
              <a:rPr lang="vi-VN" sz="2000"/>
              <a:t>Lớp: ĐH11-CNTT1</a:t>
            </a:r>
            <a:endParaRPr lang="en-US" sz="2000"/>
          </a:p>
        </p:txBody>
      </p:sp>
      <p:sp>
        <p:nvSpPr>
          <p:cNvPr id="2" name="TextBox 1">
            <a:extLst>
              <a:ext uri="{FF2B5EF4-FFF2-40B4-BE49-F238E27FC236}">
                <a16:creationId xmlns:a16="http://schemas.microsoft.com/office/drawing/2014/main" id="{B7A120BB-F591-EB1E-30A4-C7338F3CF0C7}"/>
              </a:ext>
            </a:extLst>
          </p:cNvPr>
          <p:cNvSpPr txBox="1"/>
          <p:nvPr/>
        </p:nvSpPr>
        <p:spPr>
          <a:xfrm>
            <a:off x="2495550" y="1457325"/>
            <a:ext cx="184731" cy="369332"/>
          </a:xfrm>
          <a:prstGeom prst="rect">
            <a:avLst/>
          </a:prstGeom>
          <a:noFill/>
        </p:spPr>
        <p:txBody>
          <a:bodyPr wrap="none" rtlCol="0">
            <a:spAutoFit/>
          </a:bodyPr>
          <a:lstStyle/>
          <a:p>
            <a:endParaRPr lang="vi-VN"/>
          </a:p>
        </p:txBody>
      </p:sp>
      <p:sp>
        <p:nvSpPr>
          <p:cNvPr id="10" name="TextBox 9">
            <a:extLst>
              <a:ext uri="{FF2B5EF4-FFF2-40B4-BE49-F238E27FC236}">
                <a16:creationId xmlns:a16="http://schemas.microsoft.com/office/drawing/2014/main" id="{48AF5CE6-81F8-1E3A-0932-5E2976A8DC00}"/>
              </a:ext>
            </a:extLst>
          </p:cNvPr>
          <p:cNvSpPr txBox="1"/>
          <p:nvPr/>
        </p:nvSpPr>
        <p:spPr>
          <a:xfrm>
            <a:off x="1233485" y="2385869"/>
            <a:ext cx="9725025" cy="1077218"/>
          </a:xfrm>
          <a:prstGeom prst="rect">
            <a:avLst/>
          </a:prstGeom>
          <a:noFill/>
        </p:spPr>
        <p:txBody>
          <a:bodyPr wrap="square" rtlCol="0">
            <a:spAutoFit/>
          </a:bodyPr>
          <a:lstStyle/>
          <a:p>
            <a:pPr algn="ctr"/>
            <a:r>
              <a:rPr lang="vi-VN" sz="3200" b="1" u="sng">
                <a:solidFill>
                  <a:srgbClr val="FF0000"/>
                </a:solidFill>
              </a:rPr>
              <a:t>Đề tài:</a:t>
            </a:r>
            <a:r>
              <a:rPr lang="vi-VN" sz="3200" b="1">
                <a:solidFill>
                  <a:srgbClr val="FF0000"/>
                </a:solidFill>
              </a:rPr>
              <a:t> Xây dựng website quản lý cơ sở vật chất</a:t>
            </a:r>
            <a:br>
              <a:rPr lang="vi-VN" sz="3200" b="1">
                <a:solidFill>
                  <a:srgbClr val="FF0000"/>
                </a:solidFill>
              </a:rPr>
            </a:br>
            <a:r>
              <a:rPr lang="vi-VN" sz="3200" b="1">
                <a:solidFill>
                  <a:srgbClr val="FF0000"/>
                </a:solidFill>
              </a:rPr>
              <a:t>Khoa Công nghệ và Kỹ thuật</a:t>
            </a:r>
          </a:p>
        </p:txBody>
      </p:sp>
      <p:sp>
        <p:nvSpPr>
          <p:cNvPr id="13" name="TextBox 12">
            <a:extLst>
              <a:ext uri="{FF2B5EF4-FFF2-40B4-BE49-F238E27FC236}">
                <a16:creationId xmlns:a16="http://schemas.microsoft.com/office/drawing/2014/main" id="{6C7E63E9-7FD3-85F4-728A-DEC32D21A5AD}"/>
              </a:ext>
            </a:extLst>
          </p:cNvPr>
          <p:cNvSpPr txBox="1"/>
          <p:nvPr/>
        </p:nvSpPr>
        <p:spPr>
          <a:xfrm>
            <a:off x="1947314" y="3628755"/>
            <a:ext cx="3480440" cy="1323439"/>
          </a:xfrm>
          <a:prstGeom prst="rect">
            <a:avLst/>
          </a:prstGeom>
          <a:noFill/>
        </p:spPr>
        <p:txBody>
          <a:bodyPr wrap="none" rtlCol="0">
            <a:spAutoFit/>
          </a:bodyPr>
          <a:lstStyle/>
          <a:p>
            <a:pPr algn="ctr">
              <a:spcBef>
                <a:spcPts val="600"/>
              </a:spcBef>
              <a:spcAft>
                <a:spcPts val="600"/>
              </a:spcAft>
            </a:pPr>
            <a:r>
              <a:rPr lang="vi-VN" sz="2000" b="1"/>
              <a:t>GIẢNG VIÊN HƯỚNG DẪN:</a:t>
            </a:r>
          </a:p>
          <a:p>
            <a:pPr algn="ctr">
              <a:spcBef>
                <a:spcPts val="600"/>
              </a:spcBef>
              <a:spcAft>
                <a:spcPts val="600"/>
              </a:spcAft>
            </a:pPr>
            <a:endParaRPr lang="vi-VN" sz="2000" b="1"/>
          </a:p>
          <a:p>
            <a:pPr algn="ctr">
              <a:spcBef>
                <a:spcPts val="600"/>
              </a:spcBef>
              <a:spcAft>
                <a:spcPts val="600"/>
              </a:spcAft>
            </a:pPr>
            <a:r>
              <a:rPr lang="vi-VN" sz="2000" b="1"/>
              <a:t>TS. Trần Hữu Anh</a:t>
            </a:r>
          </a:p>
        </p:txBody>
      </p:sp>
      <p:sp>
        <p:nvSpPr>
          <p:cNvPr id="15" name="TextBox 14">
            <a:extLst>
              <a:ext uri="{FF2B5EF4-FFF2-40B4-BE49-F238E27FC236}">
                <a16:creationId xmlns:a16="http://schemas.microsoft.com/office/drawing/2014/main" id="{3FBFA476-D2EC-C20F-EB2E-A4FCFBCFD594}"/>
              </a:ext>
            </a:extLst>
          </p:cNvPr>
          <p:cNvSpPr txBox="1"/>
          <p:nvPr/>
        </p:nvSpPr>
        <p:spPr>
          <a:xfrm>
            <a:off x="4714851" y="6380900"/>
            <a:ext cx="2762295" cy="369332"/>
          </a:xfrm>
          <a:prstGeom prst="rect">
            <a:avLst/>
          </a:prstGeom>
          <a:noFill/>
        </p:spPr>
        <p:txBody>
          <a:bodyPr wrap="none" rtlCol="0">
            <a:spAutoFit/>
          </a:bodyPr>
          <a:lstStyle/>
          <a:p>
            <a:r>
              <a:rPr lang="vi-VN" b="1"/>
              <a:t>Thái Bình, tháng 3/2025</a:t>
            </a:r>
          </a:p>
        </p:txBody>
      </p:sp>
      <p:sp>
        <p:nvSpPr>
          <p:cNvPr id="16" name="TextBox 15">
            <a:extLst>
              <a:ext uri="{FF2B5EF4-FFF2-40B4-BE49-F238E27FC236}">
                <a16:creationId xmlns:a16="http://schemas.microsoft.com/office/drawing/2014/main" id="{607076EB-D205-822A-792D-03BDBF38FBC4}"/>
              </a:ext>
            </a:extLst>
          </p:cNvPr>
          <p:cNvSpPr txBox="1"/>
          <p:nvPr/>
        </p:nvSpPr>
        <p:spPr>
          <a:xfrm>
            <a:off x="3054138" y="118463"/>
            <a:ext cx="6083717" cy="1015663"/>
          </a:xfrm>
          <a:prstGeom prst="rect">
            <a:avLst/>
          </a:prstGeom>
          <a:noFill/>
        </p:spPr>
        <p:txBody>
          <a:bodyPr wrap="none" rtlCol="0">
            <a:spAutoFit/>
          </a:bodyPr>
          <a:lstStyle/>
          <a:p>
            <a:pPr algn="ctr"/>
            <a:r>
              <a:rPr lang="vi-VN" sz="2400">
                <a:solidFill>
                  <a:srgbClr val="FF0000"/>
                </a:solidFill>
              </a:rPr>
              <a:t>TRƯỜNG ĐẠI HỌC THÁI BÌNH</a:t>
            </a:r>
          </a:p>
          <a:p>
            <a:pPr algn="ctr"/>
            <a:r>
              <a:rPr lang="vi-VN" sz="3600">
                <a:solidFill>
                  <a:srgbClr val="FF0000"/>
                </a:solidFill>
              </a:rPr>
              <a:t>Khoa Công nghệ và Kỹ thuật</a:t>
            </a:r>
          </a:p>
        </p:txBody>
      </p:sp>
      <p:sp>
        <p:nvSpPr>
          <p:cNvPr id="17" name="TextBox 16">
            <a:extLst>
              <a:ext uri="{FF2B5EF4-FFF2-40B4-BE49-F238E27FC236}">
                <a16:creationId xmlns:a16="http://schemas.microsoft.com/office/drawing/2014/main" id="{1A97D40A-A3F7-8FAF-393A-B7666D5DB309}"/>
              </a:ext>
            </a:extLst>
          </p:cNvPr>
          <p:cNvSpPr txBox="1"/>
          <p:nvPr/>
        </p:nvSpPr>
        <p:spPr>
          <a:xfrm>
            <a:off x="1199958" y="1241882"/>
            <a:ext cx="9792075" cy="1077218"/>
          </a:xfrm>
          <a:prstGeom prst="rect">
            <a:avLst/>
          </a:prstGeom>
          <a:noFill/>
        </p:spPr>
        <p:txBody>
          <a:bodyPr wrap="square" rtlCol="0">
            <a:spAutoFit/>
          </a:bodyPr>
          <a:lstStyle/>
          <a:p>
            <a:pPr algn="ctr"/>
            <a:r>
              <a:rPr lang="vi-VN" sz="3200" b="1">
                <a:solidFill>
                  <a:srgbClr val="7030A0"/>
                </a:solidFill>
              </a:rPr>
              <a:t>HỘI NGHỊ SINH VIÊN NGHIÊN CỨU KHOA HỌC CẤP KHOA</a:t>
            </a:r>
          </a:p>
        </p:txBody>
      </p:sp>
    </p:spTree>
    <p:extLst>
      <p:ext uri="{BB962C8B-B14F-4D97-AF65-F5344CB8AC3E}">
        <p14:creationId xmlns:p14="http://schemas.microsoft.com/office/powerpoint/2010/main" val="2150120621"/>
      </p:ext>
    </p:extLst>
  </p:cSld>
  <p:clrMapOvr>
    <a:masterClrMapping/>
  </p:clrMapOvr>
  <p:transition spd="slow">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124</Words>
  <Application>Microsoft Office PowerPoint</Application>
  <PresentationFormat>Widescreen</PresentationFormat>
  <Paragraphs>13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Đức Nguyễn</dc:creator>
  <cp:lastModifiedBy>Đức Nguyễn</cp:lastModifiedBy>
  <cp:revision>1</cp:revision>
  <dcterms:created xsi:type="dcterms:W3CDTF">2025-05-31T08:22:53Z</dcterms:created>
  <dcterms:modified xsi:type="dcterms:W3CDTF">2025-05-31T08:23:41Z</dcterms:modified>
</cp:coreProperties>
</file>